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3.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84.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thumbnail" Target="docProps/thumbnail.jpeg"/><Relationship Id="rId4" Type="http://schemas.openxmlformats.org/package/2006/relationships/metadata/core-properties" Target="docProps/core.xml"/><Relationship Id="rId5" Type="http://schemas.openxmlformats.org/officeDocument/2006/relationships/extended-properties" Target="docProps/app.xml"/><Relationship Id="rId6"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08"/>
  </p:notesMasterIdLst>
  <p:sldIdLst>
    <p:sldId id="261" r:id="rId5"/>
    <p:sldId id="2147471610" r:id="rId12"/>
    <p:sldId id="2147471611" r:id="rId13"/>
    <p:sldId id="2147471612" r:id="rId14"/>
    <p:sldId id="2147471613" r:id="rId15"/>
    <p:sldId id="2147471614" r:id="rId16"/>
    <p:sldId id="2147471615" r:id="rId17"/>
    <p:sldId id="2147471616" r:id="rId18"/>
    <p:sldId id="2147471617" r:id="rId19"/>
    <p:sldId id="2147471618" r:id="rId20"/>
    <p:sldId id="2147471619" r:id="rId21"/>
    <p:sldId id="2147471620" r:id="rId22"/>
    <p:sldId id="2147471621" r:id="rId23"/>
    <p:sldId id="2147471622" r:id="rId24"/>
    <p:sldId id="2147471623" r:id="rId25"/>
    <p:sldId id="2147471624" r:id="rId26"/>
    <p:sldId id="2147471625" r:id="rId27"/>
    <p:sldId id="2147471626" r:id="rId28"/>
    <p:sldId id="2147471627" r:id="rId29"/>
    <p:sldId id="2147471628" r:id="rId30"/>
    <p:sldId id="2147471629" r:id="rId31"/>
    <p:sldId id="2147471630" r:id="rId32"/>
    <p:sldId id="2147471631" r:id="rId33"/>
    <p:sldId id="2147471632" r:id="rId34"/>
    <p:sldId id="2147471633" r:id="rId35"/>
    <p:sldId id="2147471634" r:id="rId36"/>
    <p:sldId id="2147471635" r:id="rId37"/>
    <p:sldId id="2147471636" r:id="rId38"/>
    <p:sldId id="2147471637" r:id="rId39"/>
    <p:sldId id="2147471638" r:id="rId40"/>
    <p:sldId id="2147471639" r:id="rId41"/>
    <p:sldId id="2147471640" r:id="rId42"/>
    <p:sldId id="2147471641" r:id="rId43"/>
    <p:sldId id="2147471642" r:id="rId44"/>
    <p:sldId id="2147471643" r:id="rId45"/>
    <p:sldId id="2147471644" r:id="rId46"/>
    <p:sldId id="2147471645" r:id="rId47"/>
    <p:sldId id="2147471646" r:id="rId48"/>
    <p:sldId id="2147471647" r:id="rId49"/>
    <p:sldId id="2147471648" r:id="rId50"/>
    <p:sldId id="2147471649" r:id="rId51"/>
    <p:sldId id="2147471650" r:id="rId52"/>
    <p:sldId id="2147471651" r:id="rId53"/>
    <p:sldId id="2147471652" r:id="rId54"/>
    <p:sldId id="2147471653" r:id="rId55"/>
    <p:sldId id="2147471654" r:id="rId56"/>
    <p:sldId id="2147471655" r:id="rId57"/>
    <p:sldId id="2147471656" r:id="rId58"/>
    <p:sldId id="2147471657" r:id="rId59"/>
    <p:sldId id="2147471658" r:id="rId60"/>
    <p:sldId id="2147471659" r:id="rId61"/>
    <p:sldId id="2147471660" r:id="rId62"/>
    <p:sldId id="2147471661" r:id="rId63"/>
    <p:sldId id="2147471662" r:id="rId64"/>
    <p:sldId id="2147471663" r:id="rId65"/>
    <p:sldId id="2147471609" r:id="rId8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605943CB-6F42-4776-B506-94E284F2829C}">
  <a:tblStyle styleId="{605943CB-6F42-4776-B506-94E284F2829C}" styleName="Brand Table 1">
    <a:wholeTbl>
      <a:tcTxStyle>
        <a:fontRef idx="minor">
          <a:scrgbClr r="0" g="0" b="0"/>
        </a:fontRef>
        <a:schemeClr val="tx1"/>
      </a:tcTxStyle>
      <a:tcStyle>
        <a:tcBdr>
          <a:left>
            <a:ln>
              <a:noFill/>
            </a:ln>
          </a:left>
          <a:right>
            <a:ln>
              <a:noFill/>
            </a:ln>
          </a:right>
          <a:top>
            <a:ln>
              <a:noFill/>
            </a:ln>
          </a:top>
          <a:bottom>
            <a:ln>
              <a:noFill/>
            </a:ln>
          </a:bottom>
          <a:insideH>
            <a:ln w="12700" cmpd="sng">
              <a:solidFill>
                <a:schemeClr val="bg2"/>
              </a:solidFill>
            </a:ln>
          </a:insideH>
          <a:insideV>
            <a:ln>
              <a:noFill/>
            </a:ln>
          </a:insideV>
        </a:tcBdr>
        <a:fill>
          <a:noFill/>
        </a:fill>
      </a:tcStyle>
    </a:wholeTbl>
    <a:lastCol>
      <a:tcTxStyle b="on">
        <a:fontRef idx="minor">
          <a:scrgbClr r="0" g="0" b="0"/>
        </a:fontRef>
        <a:schemeClr val="tx1"/>
      </a:tcTxStyle>
      <a:tcStyle>
        <a:tcBdr/>
      </a:tcStyle>
    </a:lastCol>
    <a:firstCol>
      <a:tcTxStyle b="on">
        <a:fontRef idx="minor">
          <a:scrgbClr r="0" g="0" b="0"/>
        </a:fontRef>
        <a:schemeClr val="tx1"/>
      </a:tcTxStyle>
      <a:tcStyle>
        <a:tcBdr/>
      </a:tcStyle>
    </a:firstCol>
    <a:lastRow>
      <a:tcTxStyle b="on">
        <a:fontRef idx="minor">
          <a:scrgbClr r="0" g="0" b="0"/>
        </a:fontRef>
        <a:schemeClr val="tx1"/>
      </a:tcTxStyle>
      <a:tcStyle>
        <a:tcBdr/>
        <a:fill>
          <a:solidFill>
            <a:schemeClr val="bg1">
              <a:lumMod val="95000"/>
            </a:schemeClr>
          </a:solidFill>
        </a:fill>
      </a:tcStyle>
    </a:lastRow>
    <a:firstRow>
      <a:tcTxStyle b="on">
        <a:fontRef idx="minor">
          <a:scrgbClr r="0" g="0" b="0"/>
        </a:fontRef>
        <a:schemeClr val="accent1"/>
      </a:tcTxStyle>
      <a:tcStyle>
        <a:tcBdr>
          <a:bottom>
            <a:ln w="19050" cmpd="sng">
              <a:solidFill>
                <a:schemeClr val="accent1"/>
              </a:solidFill>
            </a:ln>
          </a:bottom>
        </a:tcBdr>
        <a:fill>
          <a:noFill/>
        </a:fill>
      </a:tcStyle>
    </a:firstRow>
  </a:tblStyle>
  <a:tblStyle styleId="{8DE8A128-FD69-4F98-BC96-439F510B2832}" styleName="Brand Table 2">
    <a:wholeTbl>
      <a:tcTxStyle>
        <a:fontRef idx="minor">
          <a:scrgbClr r="0" g="0" b="0"/>
        </a:fontRef>
        <a:schemeClr val="tx1"/>
      </a:tcTxStyle>
      <a:tcStyle>
        <a:tcBdr>
          <a:left>
            <a:ln>
              <a:noFill/>
            </a:ln>
          </a:left>
          <a:right>
            <a:ln>
              <a:noFill/>
            </a:ln>
          </a:right>
          <a:top>
            <a:ln>
              <a:noFill/>
            </a:ln>
          </a:top>
          <a:bottom>
            <a:ln>
              <a:noFill/>
            </a:ln>
          </a:bottom>
          <a:insideH>
            <a:ln w="12700" cmpd="sng">
              <a:solidFill>
                <a:schemeClr val="bg2"/>
              </a:solidFill>
            </a:ln>
          </a:insideH>
          <a:insideV>
            <a:ln>
              <a:noFill/>
            </a:ln>
          </a:insideV>
        </a:tcBdr>
        <a:fill>
          <a:noFill/>
        </a:fill>
      </a:tcStyle>
    </a:wholeTbl>
    <a:lastCol>
      <a:tcTxStyle b="on">
        <a:fontRef idx="minor">
          <a:scrgbClr r="0" g="0" b="0"/>
        </a:fontRef>
        <a:schemeClr val="tx1"/>
      </a:tcTxStyle>
      <a:tcStyle>
        <a:tcBdr/>
      </a:tcStyle>
    </a:lastCol>
    <a:firstCol>
      <a:tcTxStyle b="on">
        <a:fontRef idx="minor">
          <a:scrgbClr r="0" g="0" b="0"/>
        </a:fontRef>
        <a:schemeClr val="tx1"/>
      </a:tcTxStyle>
      <a:tcStyle>
        <a:tcBdr/>
      </a:tcStyle>
    </a:firstCol>
    <a:lastRow>
      <a:tcTxStyle b="on">
        <a:fontRef idx="minor">
          <a:scrgbClr r="0" g="0" b="0"/>
        </a:fontRef>
        <a:schemeClr val="tx1"/>
      </a:tcTxStyle>
      <a:tcStyle>
        <a:tcBdr/>
        <a:fill>
          <a:solidFill>
            <a:schemeClr val="bg1">
              <a:lumMod val="95000"/>
            </a:schemeClr>
          </a:solidFill>
        </a:fill>
      </a:tcStyle>
    </a:lastRow>
    <a:firstRow>
      <a:tcTxStyle b="on">
        <a:fontRef idx="minor">
          <a:scrgbClr r="109" g="36" b="122"/>
        </a:fontRef>
        <a:schemeClr val="tx1"/>
      </a:tcTxStyle>
      <a:tcStyle>
        <a:tcBdr>
          <a:bottom>
            <a:ln w="19050" cmpd="sng">
              <a:solidFill>
                <a:schemeClr val="tx1"/>
              </a:solidFill>
            </a:ln>
          </a:bottom>
        </a:tcBdr>
        <a:fill>
          <a:noFill/>
        </a:fill>
      </a:tcStyle>
    </a:firstRow>
  </a:tblStyle>
  <a:tblStyle styleId="{B56CA0EE-1E45-4AA6-A82B-0F5650326712}" styleName="Brand Table 3">
    <a:wholeTbl>
      <a:tcTxStyle>
        <a:fontRef idx="minor">
          <a:scrgbClr r="0" g="0" b="0"/>
        </a:fontRef>
        <a:schemeClr val="tx1"/>
      </a:tcTxStyle>
      <a:tcStyle>
        <a:tcBdr>
          <a:left>
            <a:ln>
              <a:noFill/>
            </a:ln>
          </a:left>
          <a:right>
            <a:ln>
              <a:noFill/>
            </a:ln>
          </a:right>
          <a:top>
            <a:ln>
              <a:noFill/>
            </a:ln>
          </a:top>
          <a:bottom>
            <a:ln>
              <a:noFill/>
            </a:ln>
          </a:bottom>
          <a:insideH>
            <a:ln w="12700" cmpd="sng">
              <a:solidFill>
                <a:schemeClr val="bg2"/>
              </a:solidFill>
            </a:ln>
          </a:insideH>
          <a:insideV>
            <a:ln>
              <a:noFill/>
            </a:ln>
          </a:insideV>
        </a:tcBdr>
        <a:fill>
          <a:noFill/>
        </a:fill>
      </a:tcStyle>
    </a:wholeTbl>
    <a:band2H>
      <a:tcStyle>
        <a:tcBdr/>
        <a:fill>
          <a:solidFill>
            <a:schemeClr val="bg1">
              <a:lumMod val="95000"/>
            </a:schemeClr>
          </a:solidFill>
        </a:fill>
      </a:tcStyle>
    </a:band2H>
    <a:band2V>
      <a:tcStyle>
        <a:tcBdr/>
        <a:fill>
          <a:solidFill>
            <a:schemeClr val="bg1">
              <a:lumMod val="95000"/>
            </a:schemeClr>
          </a:solidFill>
        </a:fill>
      </a:tcStyle>
    </a:band2V>
    <a:lastCol>
      <a:tcTxStyle b="on">
        <a:fontRef idx="minor">
          <a:scrgbClr r="0" g="0" b="0"/>
        </a:fontRef>
        <a:schemeClr val="tx1"/>
      </a:tcTxStyle>
      <a:tcStyle>
        <a:tcBdr/>
      </a:tcStyle>
    </a:lastCol>
    <a:firstCol>
      <a:tcTxStyle b="on">
        <a:fontRef idx="minor">
          <a:scrgbClr r="0" g="0" b="0"/>
        </a:fontRef>
        <a:schemeClr val="tx1"/>
      </a:tcTxStyle>
      <a:tcStyle>
        <a:tcBdr/>
      </a:tcStyle>
    </a:firstCol>
    <a:lastRow>
      <a:tcTxStyle b="on">
        <a:fontRef idx="minor">
          <a:scrgbClr r="0" g="0" b="0"/>
        </a:fontRef>
        <a:schemeClr val="tx1"/>
      </a:tcTxStyle>
      <a:tcStyle>
        <a:tcBdr/>
        <a:fill>
          <a:solidFill>
            <a:schemeClr val="bg1">
              <a:lumMod val="95000"/>
            </a:schemeClr>
          </a:solidFill>
        </a:fill>
      </a:tcStyle>
    </a:lastRow>
    <a:firstRow>
      <a:tcTxStyle b="on">
        <a:fontRef idx="minor">
          <a:scrgbClr r="0" g="0" b="0"/>
        </a:fontRef>
        <a:schemeClr val="accent1"/>
      </a:tcTxStyle>
      <a:tcStyle>
        <a:tcBdr>
          <a:bottom>
            <a:ln w="19050" cmpd="sng">
              <a:solidFill>
                <a:schemeClr val="accent1"/>
              </a:solidFill>
            </a:ln>
          </a:bottom>
        </a:tcBdr>
        <a:fill>
          <a:solidFill>
            <a:schemeClr val="bg1">
              <a:lumMod val="95000"/>
            </a:schemeClr>
          </a:solidFill>
        </a:fill>
      </a:tcStyle>
    </a:firstRow>
  </a:tblStyle>
  <a:tblStyle styleId="{B2FE71AF-C406-42DD-AC2B-C6103619A3FC}" styleName="Brand Table 4">
    <a:wholeTbl>
      <a:tcTxStyle>
        <a:fontRef idx="minor">
          <a:scrgbClr r="0" g="0" b="0"/>
        </a:fontRef>
        <a:schemeClr val="tx1"/>
      </a:tcTxStyle>
      <a:tcStyle>
        <a:tcBdr>
          <a:left>
            <a:ln>
              <a:noFill/>
            </a:ln>
          </a:left>
          <a:right>
            <a:ln>
              <a:noFill/>
            </a:ln>
          </a:right>
          <a:top>
            <a:ln>
              <a:noFill/>
            </a:ln>
          </a:top>
          <a:bottom>
            <a:ln>
              <a:noFill/>
            </a:ln>
          </a:bottom>
          <a:insideH>
            <a:ln w="12700" cmpd="sng">
              <a:solidFill>
                <a:schemeClr val="bg2"/>
              </a:solidFill>
            </a:ln>
          </a:insideH>
          <a:insideV>
            <a:ln>
              <a:noFill/>
            </a:ln>
          </a:insideV>
        </a:tcBdr>
        <a:fill>
          <a:noFill/>
        </a:fill>
      </a:tcStyle>
    </a:wholeTbl>
    <a:band2H>
      <a:tcStyle>
        <a:tcBdr/>
        <a:fill>
          <a:solidFill>
            <a:schemeClr val="bg1">
              <a:lumMod val="95000"/>
            </a:schemeClr>
          </a:solidFill>
        </a:fill>
      </a:tcStyle>
    </a:band2H>
    <a:band2V>
      <a:tcStyle>
        <a:tcBdr/>
        <a:fill>
          <a:solidFill>
            <a:schemeClr val="bg1">
              <a:lumMod val="95000"/>
            </a:schemeClr>
          </a:solidFill>
        </a:fill>
      </a:tcStyle>
    </a:band2V>
    <a:lastCol>
      <a:tcTxStyle b="on">
        <a:fontRef idx="minor">
          <a:scrgbClr r="0" g="0" b="0"/>
        </a:fontRef>
        <a:schemeClr val="tx1"/>
      </a:tcTxStyle>
      <a:tcStyle>
        <a:tcBdr/>
      </a:tcStyle>
    </a:lastCol>
    <a:firstCol>
      <a:tcTxStyle b="on">
        <a:fontRef idx="minor">
          <a:scrgbClr r="0" g="0" b="0"/>
        </a:fontRef>
        <a:schemeClr val="tx1"/>
      </a:tcTxStyle>
      <a:tcStyle>
        <a:tcBdr/>
      </a:tcStyle>
    </a:firstCol>
    <a:lastRow>
      <a:tcTxStyle b="on">
        <a:fontRef idx="minor">
          <a:scrgbClr r="0" g="0" b="0"/>
        </a:fontRef>
        <a:schemeClr val="tx1"/>
      </a:tcTxStyle>
      <a:tcStyle>
        <a:tcBdr/>
        <a:fill>
          <a:solidFill>
            <a:schemeClr val="bg1">
              <a:lumMod val="95000"/>
            </a:schemeClr>
          </a:solidFill>
        </a:fill>
      </a:tcStyle>
    </a:lastRow>
    <a:firstRow>
      <a:tcTxStyle b="on">
        <a:fontRef idx="minor">
          <a:scrgbClr r="109" g="36" b="122"/>
        </a:fontRef>
        <a:schemeClr val="tx1"/>
      </a:tcTxStyle>
      <a:tcStyle>
        <a:tcBdr>
          <a:bottom>
            <a:ln w="19050" cmpd="sng">
              <a:solidFill>
                <a:schemeClr val="tx1"/>
              </a:solidFill>
            </a:ln>
          </a:bottom>
        </a:tcBdr>
        <a:fill>
          <a:solidFill>
            <a:schemeClr val="bg1">
              <a:lumMod val="95000"/>
            </a:schemeClr>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483" autoAdjust="0"/>
    <p:restoredTop sz="95090" autoAdjust="0"/>
  </p:normalViewPr>
  <p:slideViewPr>
    <p:cSldViewPr snapToGrid="0">
      <p:cViewPr varScale="1">
        <p:scale>
          <a:sx n="168" d="100"/>
          <a:sy n="168" d="100"/>
        </p:scale>
        <p:origin x="1000" y="192"/>
      </p:cViewPr>
      <p:guideLst/>
    </p:cSldViewPr>
  </p:slideViewPr>
  <p:outlineViewPr>
    <p:cViewPr>
      <p:scale>
        <a:sx n="33" d="100"/>
        <a:sy n="33" d="100"/>
      </p:scale>
      <p:origin x="-64" y="0"/>
    </p:cViewPr>
  </p:outlineViewPr>
  <p:notesTextViewPr>
    <p:cViewPr>
      <p:scale>
        <a:sx n="1" d="1"/>
        <a:sy n="1" d="1"/>
      </p:scale>
      <p:origin x="0" y="0"/>
    </p:cViewPr>
  </p:notesTextViewPr>
  <p:sorterViewPr>
    <p:cViewPr>
      <p:scale>
        <a:sx n="21" d="100"/>
        <a:sy n="21" d="100"/>
      </p:scale>
      <p:origin x="0" y="-219"/>
    </p:cViewPr>
  </p:sorterViewPr>
  <p:notesViewPr>
    <p:cSldViewPr snapToGrid="0">
      <p:cViewPr varScale="1">
        <p:scale>
          <a:sx n="65" d="100"/>
          <a:sy n="65" d="100"/>
        </p:scale>
        <p:origin x="2565" y="30"/>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12" Type="http://schemas.openxmlformats.org/officeDocument/2006/relationships/slide" Target="slides/slide3.xml"/><Relationship Id="rId13" Type="http://schemas.openxmlformats.org/officeDocument/2006/relationships/slide" Target="slides/slide4.xml"/><Relationship Id="rId14" Type="http://schemas.openxmlformats.org/officeDocument/2006/relationships/slide" Target="slides/slide5.xml"/><Relationship Id="rId15" Type="http://schemas.openxmlformats.org/officeDocument/2006/relationships/slide" Target="slides/slide6.xml"/><Relationship Id="rId16" Type="http://schemas.openxmlformats.org/officeDocument/2006/relationships/slide" Target="slides/slide7.xml"/><Relationship Id="rId17" Type="http://schemas.openxmlformats.org/officeDocument/2006/relationships/slide" Target="slides/slide8.xml"/><Relationship Id="rId18" Type="http://schemas.openxmlformats.org/officeDocument/2006/relationships/slide" Target="slides/slide9.xml"/><Relationship Id="rId19" Type="http://schemas.openxmlformats.org/officeDocument/2006/relationships/slide" Target="slides/slide10.xml"/><Relationship Id="rId20" Type="http://schemas.openxmlformats.org/officeDocument/2006/relationships/slide" Target="slides/slide11.xml"/><Relationship Id="rId21" Type="http://schemas.openxmlformats.org/officeDocument/2006/relationships/slide" Target="slides/slide12.xml"/><Relationship Id="rId22" Type="http://schemas.openxmlformats.org/officeDocument/2006/relationships/slide" Target="slides/slide13.xml"/><Relationship Id="rId23" Type="http://schemas.openxmlformats.org/officeDocument/2006/relationships/slide" Target="slides/slide14.xml"/><Relationship Id="rId24" Type="http://schemas.openxmlformats.org/officeDocument/2006/relationships/slide" Target="slides/slide15.xml"/><Relationship Id="rId25" Type="http://schemas.openxmlformats.org/officeDocument/2006/relationships/slide" Target="slides/slide16.xml"/><Relationship Id="rId26" Type="http://schemas.openxmlformats.org/officeDocument/2006/relationships/slide" Target="slides/slide17.xml"/><Relationship Id="rId27" Type="http://schemas.openxmlformats.org/officeDocument/2006/relationships/slide" Target="slides/slide18.xml"/><Relationship Id="rId28" Type="http://schemas.openxmlformats.org/officeDocument/2006/relationships/slide" Target="slides/slide19.xml"/><Relationship Id="rId29" Type="http://schemas.openxmlformats.org/officeDocument/2006/relationships/slide" Target="slides/slide20.xml"/><Relationship Id="rId30" Type="http://schemas.openxmlformats.org/officeDocument/2006/relationships/slide" Target="slides/slide21.xml"/><Relationship Id="rId31" Type="http://schemas.openxmlformats.org/officeDocument/2006/relationships/slide" Target="slides/slide22.xml"/><Relationship Id="rId32" Type="http://schemas.openxmlformats.org/officeDocument/2006/relationships/slide" Target="slides/slide23.xml"/><Relationship Id="rId33" Type="http://schemas.openxmlformats.org/officeDocument/2006/relationships/slide" Target="slides/slide24.xml"/><Relationship Id="rId34" Type="http://schemas.openxmlformats.org/officeDocument/2006/relationships/slide" Target="slides/slide25.xml"/><Relationship Id="rId35" Type="http://schemas.openxmlformats.org/officeDocument/2006/relationships/slide" Target="slides/slide26.xml"/><Relationship Id="rId36" Type="http://schemas.openxmlformats.org/officeDocument/2006/relationships/slide" Target="slides/slide27.xml"/><Relationship Id="rId37" Type="http://schemas.openxmlformats.org/officeDocument/2006/relationships/slide" Target="slides/slide28.xml"/><Relationship Id="rId38" Type="http://schemas.openxmlformats.org/officeDocument/2006/relationships/slide" Target="slides/slide29.xml"/><Relationship Id="rId39" Type="http://schemas.openxmlformats.org/officeDocument/2006/relationships/slide" Target="slides/slide30.xml"/><Relationship Id="rId40" Type="http://schemas.openxmlformats.org/officeDocument/2006/relationships/slide" Target="slides/slide31.xml"/><Relationship Id="rId41" Type="http://schemas.openxmlformats.org/officeDocument/2006/relationships/slide" Target="slides/slide32.xml"/><Relationship Id="rId42" Type="http://schemas.openxmlformats.org/officeDocument/2006/relationships/slide" Target="slides/slide33.xml"/><Relationship Id="rId43" Type="http://schemas.openxmlformats.org/officeDocument/2006/relationships/slide" Target="slides/slide34.xml"/><Relationship Id="rId44" Type="http://schemas.openxmlformats.org/officeDocument/2006/relationships/slide" Target="slides/slide35.xml"/><Relationship Id="rId45" Type="http://schemas.openxmlformats.org/officeDocument/2006/relationships/slide" Target="slides/slide36.xml"/><Relationship Id="rId46" Type="http://schemas.openxmlformats.org/officeDocument/2006/relationships/slide" Target="slides/slide37.xml"/><Relationship Id="rId47" Type="http://schemas.openxmlformats.org/officeDocument/2006/relationships/slide" Target="slides/slide38.xml"/><Relationship Id="rId48" Type="http://schemas.openxmlformats.org/officeDocument/2006/relationships/slide" Target="slides/slide39.xml"/><Relationship Id="rId49" Type="http://schemas.openxmlformats.org/officeDocument/2006/relationships/slide" Target="slides/slide40.xml"/><Relationship Id="rId50" Type="http://schemas.openxmlformats.org/officeDocument/2006/relationships/slide" Target="slides/slide41.xml"/><Relationship Id="rId51" Type="http://schemas.openxmlformats.org/officeDocument/2006/relationships/slide" Target="slides/slide42.xml"/><Relationship Id="rId52" Type="http://schemas.openxmlformats.org/officeDocument/2006/relationships/slide" Target="slides/slide43.xml"/><Relationship Id="rId53" Type="http://schemas.openxmlformats.org/officeDocument/2006/relationships/slide" Target="slides/slide44.xml"/><Relationship Id="rId54" Type="http://schemas.openxmlformats.org/officeDocument/2006/relationships/slide" Target="slides/slide45.xml"/><Relationship Id="rId55" Type="http://schemas.openxmlformats.org/officeDocument/2006/relationships/slide" Target="slides/slide46.xml"/><Relationship Id="rId56" Type="http://schemas.openxmlformats.org/officeDocument/2006/relationships/slide" Target="slides/slide47.xml"/><Relationship Id="rId57" Type="http://schemas.openxmlformats.org/officeDocument/2006/relationships/slide" Target="slides/slide48.xml"/><Relationship Id="rId58" Type="http://schemas.openxmlformats.org/officeDocument/2006/relationships/slide" Target="slides/slide49.xml"/><Relationship Id="rId59" Type="http://schemas.openxmlformats.org/officeDocument/2006/relationships/slide" Target="slides/slide50.xml"/><Relationship Id="rId60" Type="http://schemas.openxmlformats.org/officeDocument/2006/relationships/slide" Target="slides/slide51.xml"/><Relationship Id="rId61" Type="http://schemas.openxmlformats.org/officeDocument/2006/relationships/slide" Target="slides/slide52.xml"/><Relationship Id="rId62" Type="http://schemas.openxmlformats.org/officeDocument/2006/relationships/slide" Target="slides/slide53.xml"/><Relationship Id="rId63" Type="http://schemas.openxmlformats.org/officeDocument/2006/relationships/slide" Target="slides/slide54.xml"/><Relationship Id="rId64" Type="http://schemas.openxmlformats.org/officeDocument/2006/relationships/slide" Target="slides/slide55.xml"/><Relationship Id="rId65" Type="http://schemas.openxmlformats.org/officeDocument/2006/relationships/slide" Target="slides/slide56.xml"/><Relationship Id="rId88" Type="http://schemas.openxmlformats.org/officeDocument/2006/relationships/slide" Target="slides/slide84.xml"/><Relationship Id="rId108" Type="http://schemas.openxmlformats.org/officeDocument/2006/relationships/notesMaster" Target="notesMasters/notesMaster1.xml"/><Relationship Id="rId109" Type="http://schemas.openxmlformats.org/officeDocument/2006/relationships/presProps" Target="presProps.xml"/><Relationship Id="rId110" Type="http://schemas.openxmlformats.org/officeDocument/2006/relationships/viewProps" Target="viewProps.xml"/><Relationship Id="rId111" Type="http://schemas.openxmlformats.org/officeDocument/2006/relationships/theme" Target="theme/theme1.xml"/><Relationship Id="rId11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b="0" i="0">
                <a:latin typeface="Arial" panose="020B0604020202020204" pitchFamily="34" charset="0"/>
              </a:defRPr>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b="0" i="0">
                <a:latin typeface="Arial" panose="020B0604020202020204" pitchFamily="34" charset="0"/>
              </a:defRPr>
            </a:lvl1pPr>
          </a:lstStyle>
          <a:p>
            <a:fld id="{FBEB4EF7-6755-4417-96B3-8A9D9B3986FB}" type="datetimeFigureOut">
              <a:rPr lang="en-US" smtClean="0"/>
              <a:pPr/>
              <a:t>10/6/2026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b="0" i="0">
                <a:latin typeface="Arial" panose="020B0604020202020204" pitchFamily="34" charset="0"/>
              </a:defRPr>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b="0" i="0">
                <a:latin typeface="Arial" panose="020B0604020202020204" pitchFamily="34" charset="0"/>
              </a:defRPr>
            </a:lvl1pPr>
          </a:lstStyle>
          <a:p>
            <a:fld id="{8338F507-FFAD-4585-99E0-9DC17883AD4F}" type="slidenum">
              <a:rPr lang="en-US" smtClean="0"/>
              <a:pPr/>
              <a:t>‹#›</a:t>
            </a:fld>
            <a:endParaRPr lang="en-US" dirty="0"/>
          </a:p>
        </p:txBody>
      </p:sp>
    </p:spTree>
    <p:extLst>
      <p:ext uri="{BB962C8B-B14F-4D97-AF65-F5344CB8AC3E}">
        <p14:creationId xmlns:p14="http://schemas.microsoft.com/office/powerpoint/2010/main" val="1762394910"/>
      </p:ext>
    </p:extLst>
  </p:cSld>
  <p:clrMap bg1="lt1" tx1="dk1" bg2="lt2" tx2="dk2" accent1="accent1" accent2="accent2" accent3="accent3" accent4="accent4" accent5="accent5" accent6="accent6" hlink="hlink" folHlink="folHlink"/>
  <p:notesStyle>
    <a:lvl1pPr marL="0" algn="l" defTabSz="914400" rtl="0" eaLnBrk="1" latinLnBrk="0" hangingPunct="1">
      <a:defRPr sz="1200" b="0" i="0" kern="1200">
        <a:solidFill>
          <a:schemeClr val="tx1"/>
        </a:solidFill>
        <a:latin typeface="Arial" panose="020B0604020202020204" pitchFamily="34" charset="0"/>
        <a:ea typeface="+mn-ea"/>
        <a:cs typeface="+mn-cs"/>
      </a:defRPr>
    </a:lvl1pPr>
    <a:lvl2pPr marL="457200" algn="l" defTabSz="914400" rtl="0" eaLnBrk="1" latinLnBrk="0" hangingPunct="1">
      <a:defRPr sz="1200" b="0" i="0" kern="1200">
        <a:solidFill>
          <a:schemeClr val="tx1"/>
        </a:solidFill>
        <a:latin typeface="Arial" panose="020B0604020202020204" pitchFamily="34" charset="0"/>
        <a:ea typeface="+mn-ea"/>
        <a:cs typeface="+mn-cs"/>
      </a:defRPr>
    </a:lvl2pPr>
    <a:lvl3pPr marL="914400" algn="l" defTabSz="914400" rtl="0" eaLnBrk="1" latinLnBrk="0" hangingPunct="1">
      <a:defRPr sz="1200" b="0" i="0" kern="1200">
        <a:solidFill>
          <a:schemeClr val="tx1"/>
        </a:solidFill>
        <a:latin typeface="Arial" panose="020B0604020202020204" pitchFamily="34" charset="0"/>
        <a:ea typeface="+mn-ea"/>
        <a:cs typeface="+mn-cs"/>
      </a:defRPr>
    </a:lvl3pPr>
    <a:lvl4pPr marL="1371600" algn="l" defTabSz="914400" rtl="0" eaLnBrk="1" latinLnBrk="0" hangingPunct="1">
      <a:defRPr sz="1200" b="0" i="0" kern="1200">
        <a:solidFill>
          <a:schemeClr val="tx1"/>
        </a:solidFill>
        <a:latin typeface="Arial" panose="020B0604020202020204" pitchFamily="34" charset="0"/>
        <a:ea typeface="+mn-ea"/>
        <a:cs typeface="+mn-cs"/>
      </a:defRPr>
    </a:lvl4pPr>
    <a:lvl5pPr marL="1828800" algn="l" defTabSz="914400" rtl="0" eaLnBrk="1" latinLnBrk="0" hangingPunct="1">
      <a:defRPr sz="1200" b="0" i="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Midterm practice. Twenty multiple-choice questions drawn from Weeks 1 to 6, each followed by the answer and why. Then five governance control principles: for each, write the RFI, then compare with the model.</a:t>
            </a:r>
          </a:p>
        </p:txBody>
      </p:sp>
      <p:sp>
        <p:nvSpPr>
          <p:cNvPr id="4" name="Slide Number Placeholder 3"/>
          <p:cNvSpPr>
            <a:spLocks noGrp="1"/>
          </p:cNvSpPr>
          <p:nvPr>
            <p:ph type="sldNum" sz="quarter" idx="5"/>
          </p:nvPr>
        </p:nvSpPr>
        <p:spPr/>
        <p:txBody>
          <a:bodyPr/>
          <a:lstStyle/>
          <a:p>
            <a:fld id="{8338F507-FFAD-4585-99E0-9DC17883AD4F}" type="slidenum">
              <a:rPr lang="en-US" smtClean="0"/>
              <a:t>1</a:t>
            </a:fld>
            <a:endParaRPr lang="en-US" dirty="0"/>
          </a:p>
        </p:txBody>
      </p:sp>
    </p:spTree>
    <p:extLst>
      <p:ext uri="{BB962C8B-B14F-4D97-AF65-F5344CB8AC3E}">
        <p14:creationId xmlns:p14="http://schemas.microsoft.com/office/powerpoint/2010/main" val="3025544479"/>
      </p:ext>
    </p:extLst>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45 seconds. Hands up for each option, then next slide.]</a:t>
            </a:r>
          </a:p>
          <a:p/>
          <a:p>
            <a:r>
              <a:t>Source: Week 2 knowledge check · Q5 (Code of Practice §7.3.4).</a:t>
            </a:r>
          </a:p>
          <a:p>
            <a:r>
              <a:t>Answer: B.</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1. One question per slide; the next slide gives the answer and why. Give the room about 45 seconds per question.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45 seconds. Hands up for each option, then next slide.]</a:t>
            </a:r>
          </a:p>
          <a:p/>
          <a:p>
            <a:r>
              <a:t>Source: Week 1 knowledge check · Q1.</a:t>
            </a:r>
          </a:p>
          <a:p>
            <a:r>
              <a:t>Answer: B.</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answer is B: The control appears well-designed, but its operating effectiveness cannot yet be assessed.</a:t>
            </a:r>
          </a:p>
          <a:p/>
          <a:p>
            <a:r>
              <a:t>Reviewing design tells you whether a control, if performed, would address the risk — it says nothing about whether it was actually performed. Only testing actual instances supports a conclusion about operating effectiveness. "Not yet tested" is not the same as "failed."</a:t>
            </a:r>
          </a:p>
          <a:p/>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45 seconds. Hands up for each option, then next slide.]</a:t>
            </a:r>
          </a:p>
          <a:p/>
          <a:p>
            <a:r>
              <a:t>Source: Week 1 knowledge check · Q7.</a:t>
            </a:r>
          </a:p>
          <a:p>
            <a:r>
              <a:t>Answer: C.</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answer is C: Independently re-performing the control yourself, using the same inputs, and confirming you reach the same result (reperformance)</a:t>
            </a:r>
          </a:p>
          <a:p/>
          <a:p>
            <a:r>
              <a:t>Evidence reliability generally runs from inquiry (weakest — self-reported) through observation and inspection to reperformance (strongest — you recreate the result yourself rather than relying on a point-in-time look or someone's account of it).</a:t>
            </a:r>
          </a:p>
          <a:p/>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45 seconds. Hands up for each option, then next slide.]</a:t>
            </a:r>
          </a:p>
          <a:p/>
          <a:p>
            <a:r>
              <a:t>Source: Week 1 knowledge check · Q8.</a:t>
            </a:r>
          </a:p>
          <a:p>
            <a:r>
              <a:t>Answer: B.</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answer is B: The annual control only has one instance in the whole period to test, while the high-frequency control has many independent opportunities to fail intermittently that a single test wouldn't catch.</a:t>
            </a:r>
          </a:p>
          <a:p/>
          <a:p>
            <a:r>
              <a:t>Sample size logic tracks the population and the risk of undetected, intermittent breakdowns — a control that runs constantly needs more coverage to catch occasional failures than a control that only ever runs once.</a:t>
            </a:r>
          </a:p>
          <a:p/>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45 seconds. Hands up for each option, then next slide.]</a:t>
            </a:r>
          </a:p>
          <a:p/>
          <a:p>
            <a:r>
              <a:t>Source: Week 2 knowledge check · Q1 (Code of Practice §6.2.2, §7.2.2).</a:t>
            </a:r>
          </a:p>
          <a:p>
            <a:r>
              <a:t>Answer: B.</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answer is B: The computer-system security management plan and the emergency response plan</a:t>
            </a:r>
          </a:p>
          <a:p/>
          <a:p>
            <a:r>
              <a:t>§6.2.2 and §7.2.2 carry identical board-endorsement wording: the security management plan and the emergency response plan.</a:t>
            </a:r>
          </a:p>
          <a:p/>
          <a:p>
            <a:r>
              <a:t>A: The common half-right answer — the emergency response plan needs board endorsement too.</a:t>
            </a:r>
          </a:p>
          <a:p>
            <a:r>
              <a:t>C: These are submitted to the Commissioner, not board-endorsed documents.</a:t>
            </a:r>
          </a:p>
          <a:p>
            <a:r>
              <a:t>D: Incident reports go to the Commissioner within the reporting clocks.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035F2D-432E-C0B6-1E94-520CBE58080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4539DE8-8F13-F673-19CB-5E1A507B557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164340E-19C4-BFDB-309B-0C74421CA84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E54DDC2-4089-4D1C-0BCC-81C4BC7A8301}"/>
              </a:ext>
            </a:extLst>
          </p:cNvPr>
          <p:cNvSpPr>
            <a:spLocks noGrp="1"/>
          </p:cNvSpPr>
          <p:nvPr>
            <p:ph type="sldNum" sz="quarter" idx="5"/>
          </p:nvPr>
        </p:nvSpPr>
        <p:spPr/>
        <p:txBody>
          <a:bodyPr/>
          <a:lstStyle/>
          <a:p>
            <a:fld id="{8338F507-FFAD-4585-99E0-9DC17883AD4F}" type="slidenum">
              <a:rPr lang="en-US" smtClean="0"/>
              <a:t>84</a:t>
            </a:fld>
            <a:endParaRPr lang="en-US" dirty="0"/>
          </a:p>
        </p:txBody>
      </p:sp>
    </p:spTree>
    <p:extLst>
      <p:ext uri="{BB962C8B-B14F-4D97-AF65-F5344CB8AC3E}">
        <p14:creationId xmlns:p14="http://schemas.microsoft.com/office/powerpoint/2010/main" val="2782035413"/>
      </p:ext>
    </p:extLst>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answer is B: Within 48 hours</a:t>
            </a:r>
          </a:p>
          <a:p/>
          <a:p>
            <a:r>
              <a:t>It is an incident, but not a serious one under the §7.3.4 thresholds, so the 48-hour clock applies.</a:t>
            </a:r>
          </a:p>
          <a:p/>
          <a:p>
            <a:r>
              <a:t>A: 12 hours is for serious incidents.</a:t>
            </a:r>
          </a:p>
          <a:p>
            <a:r>
              <a:t>C: 14 days is for the follow-up written report, not the notification.</a:t>
            </a:r>
          </a:p>
          <a:p>
            <a:r>
              <a:t>D: Containment does not take it out of scope.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45 seconds. Hands up for each option, then next slide.]</a:t>
            </a:r>
          </a:p>
          <a:p/>
          <a:p>
            <a:r>
              <a:t>Source: Week 2 knowledge check · Q9 (Code of Practice §6.4.2; OCCICS FAQ Q15).</a:t>
            </a:r>
          </a:p>
          <a:p>
            <a:r>
              <a:t>Answer: C.</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answer is C: Yes — if the internal audit function is not involved in operating or maintaining the critical computer system</a:t>
            </a:r>
          </a:p>
          <a:p/>
          <a:p>
            <a:r>
              <a:t>§6.4.2 requires independence. The OCCICS FAQ permits an internal audit function that is not involved in operating or maintaining the CCS.</a:t>
            </a:r>
          </a:p>
          <a:p/>
          <a:p>
            <a:r>
              <a:t>A: The widely held belief — and wrong: internal audit is permitted if independent.</a:t>
            </a:r>
          </a:p>
          <a:p>
            <a:r>
              <a:t>B: Independence is the condition; an operating team cannot audit itself.</a:t>
            </a:r>
          </a:p>
          <a:p>
            <a:r>
              <a:t>D: There is no per-audit approval requirement.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45 seconds. Hands up for each option, then next slide.]</a:t>
            </a:r>
          </a:p>
          <a:p/>
          <a:p>
            <a:r>
              <a:t>Source: Week 3 knowledge check (Case D) · Q1.</a:t>
            </a:r>
          </a:p>
          <a:p>
            <a:r>
              <a:t>Answer: B.</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answer is B: The organisation failed to decommission or restrict the admin account when the employee departed.</a:t>
            </a:r>
          </a:p>
          <a:p/>
          <a:p>
            <a:r>
              <a:t>This is the step that, if done, would have made everything after it irrelevant — a harvested credential for an account that no longer has privileged access can’t be used to log in as admin. The malware infection was the trigger; the systemic gap is offboarding.</a:t>
            </a:r>
          </a:p>
          <a:p/>
          <a:p>
            <a:r>
              <a:t>A: A weak password wasn’t the issue — the credential was correctly formed and valid; it was stolen from a personal device via malware, not guessed or cracked.</a:t>
            </a:r>
          </a:p>
          <a:p>
            <a:r>
              <a:t>C: The malware ran on the ex-employee’s personal device, which was never within the organisation’s endpoint management scope — no policy the organisation controls would have reached it.</a:t>
            </a:r>
          </a:p>
          <a:p>
            <a:r>
              <a:t>D: Patch status is a separate issue and, in this case, patching had actually happened — it has nothing to do with why a departed employee’s credential still worked.</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45 seconds. Hands up for each option, then next slide.]</a:t>
            </a:r>
          </a:p>
          <a:p/>
          <a:p>
            <a:r>
              <a:t>Source: Week 3 knowledge check (Case D) · Q3.</a:t>
            </a:r>
          </a:p>
          <a:p>
            <a:r>
              <a:t>Answer: A.</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answer is A: Ask for evidence that MFA is enrolled and enforced for every privileged account individually — including local, service, and legacy accounts — not just those reaching the system through the primary gateway.</a:t>
            </a:r>
          </a:p>
          <a:p/>
          <a:p>
            <a:r>
              <a:t>"Yes" to a blanket question is a design claim, not evidence of scope or operation. Privileged accounts sitting outside the main gateway are exactly the ones most likely to be missed — and most attractive to an attacker.</a:t>
            </a:r>
          </a:p>
          <a:p/>
          <a:p>
            <a:r>
              <a:t>B: This is the exact failure mode this course keeps returning to: a blanket "yes" can be true for the large majority of accounts and still leave the highest-risk few exposed.</a:t>
            </a:r>
          </a:p>
          <a:p>
            <a:r>
              <a:t>C: Overcorrecting is also wrong — the answer isn’t necessarily false, it’s unverified. The right move is to ask for evidence, not assume the worst without checking.</a:t>
            </a:r>
          </a:p>
          <a:p>
            <a:r>
              <a:t>D: A signed attestation is still a stronger design-level claim — a promise about the policy, not proof the control actually operates that way across every account.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45 seconds. Hands up for each option, then next slide.]</a:t>
            </a:r>
          </a:p>
          <a:p/>
          <a:p>
            <a:r>
              <a:t>Source: Week 3 knowledge check (Case D) · Q5.</a:t>
            </a:r>
          </a:p>
          <a:p>
            <a:r>
              <a:t>Answer: D.</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answer is D: A system configuration export showing the platform’s actual password-age and complexity settings, matching the written policy.</a:t>
            </a:r>
          </a:p>
          <a:p/>
          <a:p>
            <a:r>
              <a:t>A direct output of the system itself — evidence of what’s actually configured, not what’s merely intended or claimed. That’s the defining feature of operating-effectiveness evidence.</a:t>
            </a:r>
          </a:p>
          <a:p/>
          <a:p>
            <a:r>
              <a:t>A: Design evidence — it shows a policy exists and was authorised, not that any system is actually configured to enforce it.</a:t>
            </a:r>
          </a:p>
          <a:p>
            <a:r>
              <a:t>B: Useful scoping/ownership information, but it says nothing about whether the policy is technically enforced anywhere.</a:t>
            </a:r>
          </a:p>
          <a:p>
            <a:r>
              <a:t>C: Still a design-level claim from the control owner — exactly the kind of statement operating-effectiveness testing exists to check, not a substitute for it.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45 seconds. Hands up for each option, then next slide.]</a:t>
            </a:r>
          </a:p>
          <a:p/>
          <a:p>
            <a:r>
              <a:t>Source: Week 3 knowledge check (Case D) · Q8.</a:t>
            </a:r>
          </a:p>
          <a:p>
            <a:r>
              <a:t>Answer: A.</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answer is A: Partially compliant — real progress has been evidenced for the accounts in scope, but a specific, identified gap means the control isn’t fully operating as required.</a:t>
            </a:r>
          </a:p>
          <a:p/>
          <a:p>
            <a:r>
              <a:t>This captures both truths at once: the uplift is real and evidenced (not non-compliant), but a named, unaddressed gap means the control doesn’t yet meet the requirement in full (not fully compliant).</a:t>
            </a:r>
          </a:p>
          <a:p/>
          <a:p>
            <a:r>
              <a:t>B: This discards real, verified progress. The SSO-scoped accounts are genuinely evidenced as compliant; ignoring that understates what’s actually been achieved.</a:t>
            </a:r>
          </a:p>
          <a:p>
            <a:r>
              <a:t>C: The account left out isn’t a random low-risk exception — it’s the same class of privileged account that’s historically the highest-value target. Materiality cuts the opposite way from account count.</a:t>
            </a:r>
          </a:p>
          <a:p>
            <a:r>
              <a:t>D: A rating exists to be relied on as stated; burying a known, material control gap in a footnote while reporting "fully compliant" misrepresents the actual state of the control.</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45 seconds. Hands up for each option, then next slide.]</a:t>
            </a:r>
          </a:p>
          <a:p/>
          <a:p>
            <a:r>
              <a:t>Source: Week 4 knowledge check (S17 / G3) · Q3 · S17 §20.2.2 · G3 §20.2(b).</a:t>
            </a:r>
          </a:p>
          <a:p>
            <a:r>
              <a:t>Answer: A.</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answer is A: Decline: auditors shall not audit their own work, and the audit is not meant to be a check on the SRA’s recommended fixes.</a:t>
            </a:r>
          </a:p>
          <a:p/>
          <a:p>
            <a:r>
              <a:t>If the firm assessed the risks and recommended the controls, auditing them means testing its own work. G3 adds that the audit shall not be treated as a verification of the SRA’s fixes, and that departments should avoid using the same auditor for a prolonged period.</a:t>
            </a:r>
          </a:p>
          <a:p/>
          <a:p>
            <a:r>
              <a:t>B: Familiarity is exactly the independence problem. The audit asks a different question from the SRA and needs a fresh, objective view.</a:t>
            </a:r>
          </a:p>
          <a:p>
            <a:r>
              <a:t>C: A new partner at the same firm does not remove the conflict: the firm would still be auditing controls it recommended.</a:t>
            </a:r>
          </a:p>
          <a:p>
            <a:r>
              <a:t>D: Timing is a separate requirement. Meeting the two-year cycle does nothing to fix the independence problem.</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45 seconds. Hands up for each option, then next slide.]</a:t>
            </a:r>
          </a:p>
          <a:p/>
          <a:p>
            <a:r>
              <a:t>Source: Week 4 knowledge check (S17 / G3) · Q4 · S17 §18.1.5 · G3 §18.1(b).</a:t>
            </a:r>
          </a:p>
          <a:p>
            <a:r>
              <a:t>Answer: D.</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answer is D: The departmental ISIRT should have phoned GIRO within 60 minutes of becoming aware, then submitted the preliminary form within 48 hours.</a:t>
            </a:r>
          </a:p>
          <a:p/>
          <a:p>
            <a:r>
              <a:t>S17 says incidents are reported immediately; G3 puts numbers on it: phone GIRO within 60 minutes, preliminary form within 48 hours, and a post-incident report within a week of resolution.</a:t>
            </a:r>
          </a:p>
          <a:p/>
          <a:p>
            <a:r>
              <a:t>A: Containment does not remove the reporting duty. GIRO keeps a central picture of incidents across Government, and a contained incident in one department may be active in others.</a:t>
            </a:r>
          </a:p>
          <a:p>
            <a:r>
              <a:t>B: Those are the Cap. 653 clocks for designated critical infrastructure operators. Government departments are outside Cap. 653 and follow S17 and G3.</a:t>
            </a:r>
          </a:p>
          <a:p>
            <a:r>
              <a:t>C: That confuses the S17/G3 duty with data-breach considerations under the PDPO. S17 requires observed or suspected incidents to be reported, whatever the data involved.</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45 seconds. Hands up for each option, then next slide.]</a:t>
            </a:r>
          </a:p>
          <a:p/>
          <a:p>
            <a:r>
              <a:t>Source: Week 4 knowledge check (S17 / G3) · Q10 · G3 §20.2(a).</a:t>
            </a:r>
          </a:p>
          <a:p>
            <a:r>
              <a:t>Answer: C.</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answer is C: No: self-assessment checklists shall not be used as a substitute for an SRA, and an SRA must include an on-site review with inspection and interviews.</a:t>
            </a:r>
          </a:p>
          <a:p/>
          <a:p>
            <a:r>
              <a:t>G3 says self-assessment checklists can help with ongoing monitoring but shall not substitute for a comprehensive SRA or PIA, and that SRAs shall include on-site review of the infrastructure and interviews with key personnel.</a:t>
            </a:r>
          </a:p>
          <a:p/>
          <a:p>
            <a:r>
              <a:t>A: Meeting the interval does not make the exercise an SRA. G3 sets requirements on how the SRA is done, not just when.</a:t>
            </a:r>
          </a:p>
          <a:p>
            <a:r>
              <a:t>B: Endorsement does not change what the exercise is. A signed self-assessment is still a self-assessment.</a:t>
            </a:r>
          </a:p>
          <a:p>
            <a:r>
              <a:t>D: G3 allows departments to perform SRAs internally, as long as it is done independently and to a good standard. The problem here is the method, not who did it.</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45 seconds. Hands up for each option, then next slide.]</a:t>
            </a:r>
          </a:p>
          <a:p/>
          <a:p>
            <a:r>
              <a:t>Source: Week 5 knowledge check · Q1 (C-RAF 2.0 inherent risk).</a:t>
            </a:r>
          </a:p>
          <a:p>
            <a:r>
              <a:t>Answer: C.</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answer is C: Medium</a:t>
            </a:r>
          </a:p>
          <a:p/>
          <a:p>
            <a:r>
              <a:t>Low wins the count, but the Low count (28) is equal to or less than High + Medium (30), so 2.0 moves the bank up to Medium.</a:t>
            </a:r>
          </a:p>
          <a:p/>
          <a:p>
            <a:r>
              <a:t>A: This was the C-RAF 1.0 rule (most indicators wins). 2.0 added an adjustment.</a:t>
            </a:r>
          </a:p>
          <a:p>
            <a:r>
              <a:t>B: There is no “more than ten High” rule.</a:t>
            </a:r>
          </a:p>
          <a:p>
            <a:r>
              <a:t>D: Backwards: the adjustment only ever moves a Low result upward; a Medium result stays Medium.</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45 seconds. Hands up for each option, then next slide.]</a:t>
            </a:r>
          </a:p>
          <a:p/>
          <a:p>
            <a:r>
              <a:t>Source: Week 5 knowledge check · Q5 (pulse check on the log RFI).</a:t>
            </a:r>
          </a:p>
          <a:p>
            <a:r>
              <a:t>Answer: C.</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answer is C: Ask for screenshots of the actual SIEM and EDR retention settings, and how the bank decided the period is adequate for realistic detection times</a:t>
            </a:r>
          </a:p>
          <a:p/>
          <a:p>
            <a:r>
              <a:t>Pin down the soft word: ask for the configured evidence and the rationale linking retention to how long intrusions take to detect.</a:t>
            </a:r>
          </a:p>
          <a:p/>
          <a:p>
            <a:r>
              <a:t>A: The policy states intent; the setting is the evidence.</a:t>
            </a:r>
          </a:p>
          <a:p>
            <a:r>
              <a:t>B: G3’s six months is a different regime. C-RAF is principle-based: the bank must justify its own number.</a:t>
            </a:r>
          </a:p>
          <a:p>
            <a:r>
              <a:t>D: A soft word is not a reason for NA; it is a reason to ask who decided, and why.</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45 seconds. Hands up for each option, then next slide.]</a:t>
            </a:r>
          </a:p>
          <a:p/>
          <a:p>
            <a:r>
              <a:t>Source: Week 5 knowledge check · Q6 (scoring).</a:t>
            </a:r>
          </a:p>
          <a:p>
            <a:r>
              <a:t>Answer: B.</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answer is B: 87.5% — with a remediation plan and timeline for the N in the justification</a:t>
            </a:r>
          </a:p>
          <a:p/>
          <a:p>
            <a:r>
              <a:t>(6 + 1) ÷ 8 = 87.5%. Every N needs a remediation plan and timeline.</a:t>
            </a:r>
          </a:p>
          <a:p/>
          <a:p>
            <a:r>
              <a:t>A: AC (alternative control) counts toward attainment alongside Y, RA and NA.</a:t>
            </a:r>
          </a:p>
          <a:p>
            <a:r>
              <a:t>C: The N counts against attainment; it does not disappear.</a:t>
            </a:r>
          </a:p>
          <a:p>
            <a:r>
              <a:t>D: Risk acceptance is its own outcome (RA), decided and recorded — not an automatic closure of an N.</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45 seconds. Hands up for each option, then next slide.]</a:t>
            </a:r>
          </a:p>
          <a:p/>
          <a:p>
            <a:r>
              <a:t>Source: Week 5 knowledge check · Q9 (Module 3, D08 / D09 / D15).</a:t>
            </a:r>
          </a:p>
          <a:p>
            <a:r>
              <a:t>Answer: D.</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answer is D: Request the signed-off version and the approval record, and note the discrepancy in the justification</a:t>
            </a:r>
          </a:p>
          <a:p/>
          <a:p>
            <a:r>
              <a:t>Resolve the conflict with primary evidence and document it — cross-referencing is where marks are won.</a:t>
            </a:r>
          </a:p>
          <a:p/>
          <a:p>
            <a:r>
              <a:t>A: A tracker entry is second-hand; the document in front of you contradicts it.</a:t>
            </a:r>
          </a:p>
          <a:p>
            <a:r>
              <a:t>B: Too early: an approved version may exist. Ask first.</a:t>
            </a:r>
          </a:p>
          <a:p>
            <a:r>
              <a:t>C: A “first draft” with no approval cannot be relied on as an approved policy.</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45 seconds. Hands up for each option, then next slide.]</a:t>
            </a:r>
          </a:p>
          <a:p/>
          <a:p>
            <a:r>
              <a:t>Source: Week 6 · Module 2 pulse check (certification).</a:t>
            </a:r>
          </a:p>
          <a:p>
            <a:r>
              <a:t>Answer: B.</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answer is B: No</a:t>
            </a:r>
          </a:p>
          <a:p/>
          <a:p>
            <a:r>
              <a:t>There is no such thing as CSF certification: NIST runs no scheme and accredits no one. Treat it as a claim to test — ask who assessed, against which Profile, and when.</a:t>
            </a:r>
          </a:p>
          <a:p/>
          <a:p>
            <a:r>
              <a:t>A: There is nothing to certify against.</a:t>
            </a:r>
          </a:p>
          <a:p>
            <a:r>
              <a:t>C: The vendor may still be fine, but the claim itself is not evidence.</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45 seconds. Hands up for each option, then next slide.]</a:t>
            </a:r>
          </a:p>
          <a:p/>
          <a:p>
            <a:r>
              <a:t>Source: Week 6 · Module 2 pulse check (Herman’s maturity table).</a:t>
            </a:r>
          </a:p>
          <a:p>
            <a:r>
              <a:t>Answer: B.</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answer is B: Govern</a:t>
            </a:r>
          </a:p>
          <a:p/>
          <a:p>
            <a:r>
              <a:t>Govern — the function at the centre of CSF 2.0. Scores only mean something if someone owns the targets, the risks and the acceptance.</a:t>
            </a:r>
          </a:p>
          <a:p/>
          <a:p>
            <a:r>
              <a:t>A: Improvement is a category (ID.IM), not a function.</a:t>
            </a:r>
          </a:p>
          <a:p>
            <a:r>
              <a:t>C: Supply chain is a Govern category (GV.SC).</a:t>
            </a:r>
          </a:p>
          <a:p>
            <a:r>
              <a:t>D: Oversight is a Govern category (GV.OV).</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45 seconds. Hands up for each option, then next slide.]</a:t>
            </a:r>
          </a:p>
          <a:p/>
          <a:p>
            <a:r>
              <a:t>Source: Week 6 · Module 2 pulse check (Tiers).</a:t>
            </a:r>
          </a:p>
          <a:p>
            <a:r>
              <a:t>Answer: C.</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answer is C: It depends</a:t>
            </a:r>
          </a:p>
          <a:p/>
          <a:p>
            <a:r>
              <a:t>It depends — and NIST says so. Organisations choose the Tiers that fit their objectives and risk; recommend the approved Tier, and tie any move up to a risk or a mandate. A finding needs criteria.</a:t>
            </a:r>
          </a:p>
          <a:p/>
          <a:p>
            <a:r>
              <a:t>A: Tier 4 is not a universal target.</a:t>
            </a:r>
          </a:p>
          <a:p>
            <a:r>
              <a:t>B: Moving up can be right when risk, mandates or cost-benefit justify it.</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2. For each control principle: two or three minutes to write the RFI — document, period, approval — and which words each request proves. Then the model.</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minutes, then the model RFI.]</a:t>
            </a:r>
          </a:p>
          <a:p/>
          <a:p>
            <a:r>
              <a:t>C-RAF 2.0 · 1.1.1 · Board and senior management oversight · Baseline</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Model RFI:</a:t>
            </a:r>
          </a:p>
          <a:p>
            <a:r>
              <a:t>1. List of management functions / committees responsible for cybersecurity and for business continuity (e.g. RMCC, IT steering committee, BCM committee), with member list (name and position) and Terms of Reference.</a:t>
            </a:r>
          </a:p>
          <a:p>
            <a:r>
              <a:t>2. Board resolution or delegation designating who is accountable for the cybersecurity programme and the business continuity programme.</a:t>
            </a:r>
          </a:p>
          <a:p>
            <a:r>
              <a:t>3. Business continuity policy and plan showing roles and approval.</a:t>
            </a:r>
          </a:p>
          <a:p>
            <a:r>
              <a:t>4. Minutes showing these parties reporting back to the Board.</a:t>
            </a:r>
          </a:p>
          <a:p/>
          <a:p>
            <a:r>
              <a:t>Watch for:</a:t>
            </a:r>
          </a:p>
          <a:p>
            <a:r>
              <a:t>Cybersecurity AND business continuity — both programmes need an accountable owner.</a:t>
            </a:r>
          </a:p>
          <a:p>
            <a:r>
              <a:t>Is the ToR reviewed as often as it says?</a:t>
            </a:r>
          </a:p>
          <a:p>
            <a:r>
              <a:t>Does the BCM owner in the policy match the owner in the plan?</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minutes, then the model RFI.]</a:t>
            </a:r>
          </a:p>
          <a:p/>
          <a:p>
            <a:r>
              <a:t>C-RAF 2.0 · 1.1.3 · Regular reporting · Baseline</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Model RFI:</a:t>
            </a:r>
          </a:p>
          <a:p>
            <a:r>
              <a:t>1. Reports on the overall status of the cybersecurity and business continuity programmes submitted to the Board or a Board committee in the last 12 months.</a:t>
            </a:r>
          </a:p>
          <a:p>
            <a:r>
              <a:t>2. The reporting frequency, and the KRIs / metrics used.</a:t>
            </a:r>
          </a:p>
          <a:p>
            <a:r>
              <a:t>3. Board or committee minutes showing the reports were received and discussed.</a:t>
            </a:r>
          </a:p>
          <a:p/>
          <a:p>
            <a:r>
              <a:t>Watch for:</a:t>
            </a:r>
          </a:p>
          <a:p>
            <a:r>
              <a:t>Is business continuity status in the report, not just cyber?</a:t>
            </a:r>
          </a:p>
          <a:p>
            <a:r>
              <a:t>Are the KRIs approved, or still a draft?</a:t>
            </a:r>
          </a:p>
          <a:p>
            <a:r>
              <a:t>Does the report actually reach the Board?</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minutes, then the model RFI.]</a:t>
            </a:r>
          </a:p>
          <a:p/>
          <a:p>
            <a:r>
              <a:t>C-RAF 2.0 · 1.2.2 · Policies · Baseline</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Model RFI:</a:t>
            </a:r>
          </a:p>
          <a:p>
            <a:r>
              <a:t>1. Cyber / information security policy; cyber risk management policy.</a:t>
            </a:r>
          </a:p>
          <a:p>
            <a:r>
              <a:t>2. Cybersecurity incident response plan (and crisis management guideline).</a:t>
            </a:r>
          </a:p>
          <a:p>
            <a:r>
              <a:t>3. Business continuity management policy, BCP and disaster recovery plan.</a:t>
            </a:r>
          </a:p>
          <a:p>
            <a:r>
              <a:t>4. For each: the version in force, approval record, and last review date.</a:t>
            </a:r>
          </a:p>
          <a:p/>
          <a:p>
            <a:r>
              <a:t>Watch for:</a:t>
            </a:r>
          </a:p>
          <a:p>
            <a:r>
              <a:t>Placeholder approval dates and conflicting version numbers.</a:t>
            </a:r>
          </a:p>
          <a:p>
            <a:r>
              <a:t>A “first draft” is not an approved policy.</a:t>
            </a:r>
          </a:p>
          <a:p>
            <a:r>
              <a:t>Does the audit tracker contradict the document?</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minutes, then the model RFI.]</a:t>
            </a:r>
          </a:p>
          <a:p/>
          <a:p>
            <a:r>
              <a:t>C-RAF 2.0 · 1.3.1 · Cyber risk management function · Baseline (new in 2.0)</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Model RFI:</a:t>
            </a:r>
          </a:p>
          <a:p>
            <a:r>
              <a:t>1. Organisation charts showing the reporting lines of the CISO and the Head of TRM.</a:t>
            </a:r>
          </a:p>
          <a:p>
            <a:r>
              <a:t>2. Job descriptions for both roles.</a:t>
            </a:r>
          </a:p>
          <a:p/>
          <a:p>
            <a:r>
              <a:t>Watch for:</a:t>
            </a:r>
          </a:p>
          <a:p>
            <a:r>
              <a:t>Clear reporting lines to senior management or a governance committee.</a:t>
            </a:r>
          </a:p>
          <a:p>
            <a:r>
              <a:t>At Intermediate: first line (CISO) and second line (Head of TRM) defined and segregated.</a:t>
            </a:r>
          </a:p>
          <a:p>
            <a:r>
              <a:t>Same boss, who also runs IT operations? An independence problem.</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minutes, then the model RFI.]</a:t>
            </a:r>
          </a:p>
          <a:p/>
          <a:p>
            <a:r>
              <a:t>C-RAF 2.0 · 1.4.1 · Audit scope · Baseline (new in 2.0)</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Model RFI:</a:t>
            </a:r>
          </a:p>
          <a:p>
            <a:r>
              <a:t>1. Latest internal audit report(s) of the past 12 months with a cybersecurity focus, performed by internal or external auditors, with findings and recommendations.</a:t>
            </a:r>
          </a:p>
          <a:p>
            <a:r>
              <a:t>2. Approved audit plan for the current / upcoming year showing the cyber topics — and how “emerging” risks (e.g. supply-chain compromise) are considered.</a:t>
            </a:r>
          </a:p>
          <a:p>
            <a:r>
              <a:t>3. Internal Audit charter / policy and Audit Committee Terms of Reference (independence, reporting line).</a:t>
            </a:r>
          </a:p>
          <a:p>
            <a:r>
              <a:t>4. Audit Committee minutes or IA quarterly reports showing the cyber audit results reached the Committee and the Board, and the issue follow-up log.</a:t>
            </a:r>
          </a:p>
          <a:p/>
          <a:p>
            <a:r>
              <a:t>Watch for:</a:t>
            </a:r>
          </a:p>
          <a:p>
            <a:r>
              <a:t>“Regularly”: cyber in one year’s plan but not the next?</a:t>
            </a:r>
          </a:p>
          <a:p>
            <a:r>
              <a:t>“Opinion”: a report that says “no audit opinion”.</a:t>
            </a:r>
          </a:p>
          <a:p>
            <a:r>
              <a:t>Evidence it reached the Board — or only inferred from the ToR?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sv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sv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EF2F32-23D2-85EF-3071-5C6939DCE4A4}"/>
              </a:ext>
            </a:extLst>
          </p:cNvPr>
          <p:cNvSpPr>
            <a:spLocks noGrp="1"/>
          </p:cNvSpPr>
          <p:nvPr>
            <p:ph type="ctrTitle"/>
          </p:nvPr>
        </p:nvSpPr>
        <p:spPr>
          <a:xfrm>
            <a:off x="377470" y="1935032"/>
            <a:ext cx="5664555" cy="1828800"/>
          </a:xfrm>
        </p:spPr>
        <p:txBody>
          <a:bodyPr anchor="t" anchorCtr="0"/>
          <a:lstStyle>
            <a:lvl1pPr algn="l">
              <a:lnSpc>
                <a:spcPct val="80000"/>
              </a:lnSpc>
              <a:spcBef>
                <a:spcPts val="1400"/>
              </a:spcBef>
              <a:defRPr sz="4800" b="0"/>
            </a:lvl1pPr>
          </a:lstStyle>
          <a:p>
            <a:r>
              <a:rPr lang="en-US"/>
              <a:t>Click to edit Master title style</a:t>
            </a:r>
            <a:endParaRPr lang="en-US" dirty="0"/>
          </a:p>
        </p:txBody>
      </p:sp>
      <p:sp>
        <p:nvSpPr>
          <p:cNvPr id="5" name="Subtitle 2">
            <a:extLst>
              <a:ext uri="{FF2B5EF4-FFF2-40B4-BE49-F238E27FC236}">
                <a16:creationId xmlns:a16="http://schemas.microsoft.com/office/drawing/2014/main" id="{98AB6ED3-C5F6-877C-DAED-BEF7F304594B}"/>
              </a:ext>
            </a:extLst>
          </p:cNvPr>
          <p:cNvSpPr>
            <a:spLocks noGrp="1"/>
          </p:cNvSpPr>
          <p:nvPr>
            <p:ph type="subTitle" idx="1" hasCustomPrompt="1"/>
          </p:nvPr>
        </p:nvSpPr>
        <p:spPr>
          <a:xfrm>
            <a:off x="368301" y="6080126"/>
            <a:ext cx="4718050" cy="257300"/>
          </a:xfrm>
        </p:spPr>
        <p:txBody>
          <a:bodyPr/>
          <a:lstStyle>
            <a:lvl1pPr marL="0" indent="0" algn="l">
              <a:lnSpc>
                <a:spcPct val="100000"/>
              </a:lnSpc>
              <a:spcBef>
                <a:spcPts val="100"/>
              </a:spcBef>
              <a:spcAft>
                <a:spcPts val="0"/>
              </a:spcAft>
              <a:buNone/>
              <a:defRPr sz="1400" b="0"/>
            </a:lvl1pPr>
            <a:lvl2pPr marL="0" indent="0" algn="l">
              <a:lnSpc>
                <a:spcPct val="100000"/>
              </a:lnSpc>
              <a:spcBef>
                <a:spcPts val="100"/>
              </a:spcBef>
              <a:buNone/>
              <a:defRPr sz="1400" b="1">
                <a:latin typeface="+mn-lt"/>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subtitle style</a:t>
            </a:r>
          </a:p>
        </p:txBody>
      </p:sp>
      <p:pic>
        <p:nvPicPr>
          <p:cNvPr id="14" name="Graphic 13">
            <a:extLst>
              <a:ext uri="{FF2B5EF4-FFF2-40B4-BE49-F238E27FC236}">
                <a16:creationId xmlns:a16="http://schemas.microsoft.com/office/drawing/2014/main" id="{FB11A3AB-4A69-E082-016E-71E34537136A}"/>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368299" y="368300"/>
            <a:ext cx="1234800" cy="601035"/>
          </a:xfrm>
          <a:prstGeom prst="rect">
            <a:avLst/>
          </a:prstGeom>
        </p:spPr>
      </p:pic>
    </p:spTree>
    <p:extLst>
      <p:ext uri="{BB962C8B-B14F-4D97-AF65-F5344CB8AC3E}">
        <p14:creationId xmlns:p14="http://schemas.microsoft.com/office/powerpoint/2010/main" val="3992618841"/>
      </p:ext>
    </p:extLst>
  </p:cSld>
  <p:clrMapOvr>
    <a:masterClrMapping/>
  </p:clrMapOvr>
  <p:extLst>
    <p:ext uri="{DCECCB84-F9BA-43D5-87BE-67443E8EF086}">
      <p15:sldGuideLst xmlns:p15="http://schemas.microsoft.com/office/powerpoint/2012/main">
        <p15:guide id="9" orient="horz" pos="216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 Image">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5E0745CB-2FF7-A852-6865-A8F426EE1202}"/>
              </a:ext>
            </a:extLst>
          </p:cNvPr>
          <p:cNvSpPr>
            <a:spLocks noGrp="1"/>
          </p:cNvSpPr>
          <p:nvPr>
            <p:ph type="pic" sz="quarter" idx="10" hasCustomPrompt="1"/>
          </p:nvPr>
        </p:nvSpPr>
        <p:spPr>
          <a:xfrm>
            <a:off x="0" y="0"/>
            <a:ext cx="12192000" cy="6858000"/>
          </a:xfrm>
          <a:solidFill>
            <a:schemeClr val="bg2"/>
          </a:solidFill>
        </p:spPr>
        <p:txBody>
          <a:bodyPr anchor="ctr"/>
          <a:lstStyle>
            <a:lvl1pPr algn="ctr">
              <a:defRPr/>
            </a:lvl1pPr>
          </a:lstStyle>
          <a:p>
            <a:r>
              <a:rPr lang="en-US" dirty="0"/>
              <a:t>Click icon to add cover image</a:t>
            </a:r>
          </a:p>
          <a:p>
            <a:endParaRPr lang="en-US" dirty="0"/>
          </a:p>
        </p:txBody>
      </p:sp>
      <p:sp>
        <p:nvSpPr>
          <p:cNvPr id="5" name="Subtitle 2">
            <a:extLst>
              <a:ext uri="{FF2B5EF4-FFF2-40B4-BE49-F238E27FC236}">
                <a16:creationId xmlns:a16="http://schemas.microsoft.com/office/drawing/2014/main" id="{98AB6ED3-C5F6-877C-DAED-BEF7F304594B}"/>
              </a:ext>
            </a:extLst>
          </p:cNvPr>
          <p:cNvSpPr>
            <a:spLocks noGrp="1"/>
          </p:cNvSpPr>
          <p:nvPr>
            <p:ph type="subTitle" idx="1" hasCustomPrompt="1"/>
          </p:nvPr>
        </p:nvSpPr>
        <p:spPr>
          <a:xfrm>
            <a:off x="368300" y="6080125"/>
            <a:ext cx="4684447" cy="409575"/>
          </a:xfrm>
        </p:spPr>
        <p:txBody>
          <a:bodyPr/>
          <a:lstStyle>
            <a:lvl1pPr marL="0" indent="0" algn="l">
              <a:lnSpc>
                <a:spcPct val="100000"/>
              </a:lnSpc>
              <a:spcBef>
                <a:spcPts val="100"/>
              </a:spcBef>
              <a:spcAft>
                <a:spcPts val="0"/>
              </a:spcAft>
              <a:buNone/>
              <a:defRPr sz="1400" b="0"/>
            </a:lvl1pPr>
            <a:lvl2pPr marL="0" indent="0" algn="l">
              <a:lnSpc>
                <a:spcPct val="100000"/>
              </a:lnSpc>
              <a:spcBef>
                <a:spcPts val="100"/>
              </a:spcBef>
              <a:buNone/>
              <a:defRPr sz="1400" b="1">
                <a:latin typeface="+mn-lt"/>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subtitle style</a:t>
            </a:r>
          </a:p>
        </p:txBody>
      </p:sp>
      <p:sp>
        <p:nvSpPr>
          <p:cNvPr id="3" name="Title 1">
            <a:extLst>
              <a:ext uri="{FF2B5EF4-FFF2-40B4-BE49-F238E27FC236}">
                <a16:creationId xmlns:a16="http://schemas.microsoft.com/office/drawing/2014/main" id="{DFD90212-F74C-9DC9-0056-4F5DDF01944F}"/>
              </a:ext>
            </a:extLst>
          </p:cNvPr>
          <p:cNvSpPr>
            <a:spLocks noGrp="1"/>
          </p:cNvSpPr>
          <p:nvPr>
            <p:ph type="ctrTitle"/>
          </p:nvPr>
        </p:nvSpPr>
        <p:spPr>
          <a:xfrm>
            <a:off x="377470" y="1935032"/>
            <a:ext cx="5664555" cy="1828800"/>
          </a:xfrm>
        </p:spPr>
        <p:txBody>
          <a:bodyPr anchor="t" anchorCtr="0"/>
          <a:lstStyle>
            <a:lvl1pPr algn="l">
              <a:lnSpc>
                <a:spcPct val="80000"/>
              </a:lnSpc>
              <a:spcBef>
                <a:spcPts val="1400"/>
              </a:spcBef>
              <a:defRPr sz="4800" b="0"/>
            </a:lvl1pPr>
          </a:lstStyle>
          <a:p>
            <a:r>
              <a:rPr lang="en-US"/>
              <a:t>Click to edit Master title style</a:t>
            </a:r>
            <a:endParaRPr lang="en-US" dirty="0"/>
          </a:p>
        </p:txBody>
      </p:sp>
      <p:pic>
        <p:nvPicPr>
          <p:cNvPr id="7" name="Graphic 6">
            <a:extLst>
              <a:ext uri="{FF2B5EF4-FFF2-40B4-BE49-F238E27FC236}">
                <a16:creationId xmlns:a16="http://schemas.microsoft.com/office/drawing/2014/main" id="{47D16F40-FE44-DE37-84EC-E0DE6B931ACD}"/>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368299" y="368300"/>
            <a:ext cx="1234800" cy="601035"/>
          </a:xfrm>
          <a:prstGeom prst="rect">
            <a:avLst/>
          </a:prstGeom>
        </p:spPr>
      </p:pic>
    </p:spTree>
    <p:extLst>
      <p:ext uri="{BB962C8B-B14F-4D97-AF65-F5344CB8AC3E}">
        <p14:creationId xmlns:p14="http://schemas.microsoft.com/office/powerpoint/2010/main" val="2821426171"/>
      </p:ext>
    </p:extLst>
  </p:cSld>
  <p:clrMapOvr>
    <a:masterClrMapping/>
  </p:clrMapOvr>
  <p:extLst>
    <p:ext uri="{DCECCB84-F9BA-43D5-87BE-67443E8EF086}">
      <p15:sldGuideLst xmlns:p15="http://schemas.microsoft.com/office/powerpoint/2012/main">
        <p15:guide id="9" orient="horz" pos="216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9E03C5ED-E0DF-61C8-7A95-440C9FF7F1FA}"/>
              </a:ext>
            </a:extLst>
          </p:cNvPr>
          <p:cNvSpPr>
            <a:spLocks noGrp="1"/>
          </p:cNvSpPr>
          <p:nvPr>
            <p:ph type="title"/>
          </p:nvPr>
        </p:nvSpPr>
        <p:spPr>
          <a:xfrm>
            <a:off x="368300" y="4007973"/>
            <a:ext cx="4711700" cy="1298448"/>
          </a:xfrm>
        </p:spPr>
        <p:txBody>
          <a:bodyPr/>
          <a:lstStyle>
            <a:lvl1pPr>
              <a:defRPr sz="4000"/>
            </a:lvl1pPr>
          </a:lstStyle>
          <a:p>
            <a:r>
              <a:rPr lang="en-US" dirty="0"/>
              <a:t>Click to edit Master title style</a:t>
            </a:r>
          </a:p>
        </p:txBody>
      </p:sp>
      <p:sp>
        <p:nvSpPr>
          <p:cNvPr id="5" name="Content Placeholder 2">
            <a:extLst>
              <a:ext uri="{FF2B5EF4-FFF2-40B4-BE49-F238E27FC236}">
                <a16:creationId xmlns:a16="http://schemas.microsoft.com/office/drawing/2014/main" id="{7518CD4E-B949-EF88-4945-7E36C0015725}"/>
              </a:ext>
            </a:extLst>
          </p:cNvPr>
          <p:cNvSpPr>
            <a:spLocks noGrp="1"/>
          </p:cNvSpPr>
          <p:nvPr>
            <p:ph idx="1"/>
          </p:nvPr>
        </p:nvSpPr>
        <p:spPr>
          <a:xfrm>
            <a:off x="6160294" y="368300"/>
            <a:ext cx="5663406" cy="3521964"/>
          </a:xfrm>
        </p:spPr>
        <p:txBody>
          <a:bodyPr/>
          <a:lstStyle>
            <a:lvl1pPr>
              <a:lnSpc>
                <a:spcPct val="125000"/>
              </a:lnSpc>
              <a:defRPr sz="1500" b="1">
                <a:latin typeface="+mn-lt"/>
              </a:defRPr>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Footer Placeholder 4">
            <a:extLst>
              <a:ext uri="{FF2B5EF4-FFF2-40B4-BE49-F238E27FC236}">
                <a16:creationId xmlns:a16="http://schemas.microsoft.com/office/drawing/2014/main" id="{75979435-2CA0-F566-8195-3E80CC2D6180}"/>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endParaRPr lang="en-US" dirty="0"/>
          </a:p>
        </p:txBody>
      </p:sp>
      <p:sp>
        <p:nvSpPr>
          <p:cNvPr id="7" name="Slide Number Placeholder 13">
            <a:extLst>
              <a:ext uri="{FF2B5EF4-FFF2-40B4-BE49-F238E27FC236}">
                <a16:creationId xmlns:a16="http://schemas.microsoft.com/office/drawing/2014/main" id="{3A2C4AA3-8599-3431-5E25-2E68E7DB9FCA}"/>
              </a:ext>
            </a:extLst>
          </p:cNvPr>
          <p:cNvSpPr>
            <a:spLocks noGrp="1"/>
          </p:cNvSpPr>
          <p:nvPr>
            <p:ph type="sldNum" sz="quarter" idx="4"/>
          </p:nvPr>
        </p:nvSpPr>
        <p:spPr>
          <a:xfrm>
            <a:off x="11525491" y="6494266"/>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spTree>
    <p:extLst>
      <p:ext uri="{BB962C8B-B14F-4D97-AF65-F5344CB8AC3E}">
        <p14:creationId xmlns:p14="http://schemas.microsoft.com/office/powerpoint/2010/main" val="3800962522"/>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2">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E87E41F5-DD37-DB45-FC81-6078FAA35748}"/>
              </a:ext>
            </a:extLst>
          </p:cNvPr>
          <p:cNvSpPr>
            <a:spLocks noGrp="1"/>
          </p:cNvSpPr>
          <p:nvPr>
            <p:ph idx="1"/>
          </p:nvPr>
        </p:nvSpPr>
        <p:spPr>
          <a:xfrm>
            <a:off x="6157914" y="368300"/>
            <a:ext cx="5665786" cy="3001964"/>
          </a:xfrm>
        </p:spPr>
        <p:txBody>
          <a:bodyPr/>
          <a:lstStyle>
            <a:lvl1pPr>
              <a:spcAft>
                <a:spcPts val="1200"/>
              </a:spcAft>
              <a:defRPr sz="1400"/>
            </a:lvl1pPr>
            <a:lvl2pPr>
              <a:defRPr sz="1200">
                <a:latin typeface="+mn-lt"/>
              </a:defRPr>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itle Placeholder 1">
            <a:extLst>
              <a:ext uri="{FF2B5EF4-FFF2-40B4-BE49-F238E27FC236}">
                <a16:creationId xmlns:a16="http://schemas.microsoft.com/office/drawing/2014/main" id="{0FCB0834-B748-0F65-C02A-23EC83C03DC2}"/>
              </a:ext>
            </a:extLst>
          </p:cNvPr>
          <p:cNvSpPr>
            <a:spLocks noGrp="1"/>
          </p:cNvSpPr>
          <p:nvPr>
            <p:ph type="title"/>
          </p:nvPr>
        </p:nvSpPr>
        <p:spPr>
          <a:xfrm>
            <a:off x="368300" y="4009671"/>
            <a:ext cx="4711700" cy="1425575"/>
          </a:xfrm>
          <a:prstGeom prst="rect">
            <a:avLst/>
          </a:prstGeom>
        </p:spPr>
        <p:txBody>
          <a:bodyPr vert="horz" lIns="0" tIns="0" rIns="0" bIns="0" rtlCol="0" anchor="t" anchorCtr="0">
            <a:noAutofit/>
          </a:bodyPr>
          <a:lstStyle/>
          <a:p>
            <a:r>
              <a:rPr lang="en-US"/>
              <a:t>Click to edit Master title style</a:t>
            </a:r>
            <a:endParaRPr lang="en-US" dirty="0"/>
          </a:p>
        </p:txBody>
      </p:sp>
      <p:sp>
        <p:nvSpPr>
          <p:cNvPr id="4" name="Slide Number Placeholder 13">
            <a:extLst>
              <a:ext uri="{FF2B5EF4-FFF2-40B4-BE49-F238E27FC236}">
                <a16:creationId xmlns:a16="http://schemas.microsoft.com/office/drawing/2014/main" id="{83F37CB8-4B0C-85FD-979D-0EFBFDE2A1FF}"/>
              </a:ext>
            </a:extLst>
          </p:cNvPr>
          <p:cNvSpPr>
            <a:spLocks noGrp="1"/>
          </p:cNvSpPr>
          <p:nvPr>
            <p:ph type="sldNum" sz="quarter" idx="4"/>
          </p:nvPr>
        </p:nvSpPr>
        <p:spPr>
          <a:xfrm>
            <a:off x="11526043" y="6491859"/>
            <a:ext cx="298209" cy="161583"/>
          </a:xfrm>
          <a:prstGeom prst="rect">
            <a:avLst/>
          </a:prstGeom>
        </p:spPr>
        <p:txBody>
          <a:bodyPr vert="horz" wrap="square" lIns="0" tIns="0" rIns="0" bIns="0" rtlCol="0" anchor="ctr">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sp>
        <p:nvSpPr>
          <p:cNvPr id="5" name="Footer Placeholder 4">
            <a:extLst>
              <a:ext uri="{FF2B5EF4-FFF2-40B4-BE49-F238E27FC236}">
                <a16:creationId xmlns:a16="http://schemas.microsoft.com/office/drawing/2014/main" id="{C8EC9C41-CB60-9C3F-4A21-4DCCF3B44001}"/>
              </a:ext>
            </a:extLst>
          </p:cNvPr>
          <p:cNvSpPr>
            <a:spLocks noGrp="1"/>
          </p:cNvSpPr>
          <p:nvPr>
            <p:ph type="ftr" sz="quarter" idx="3"/>
          </p:nvPr>
        </p:nvSpPr>
        <p:spPr>
          <a:xfrm>
            <a:off x="1066800" y="6497441"/>
            <a:ext cx="3447482" cy="161583"/>
          </a:xfrm>
          <a:prstGeom prst="rect">
            <a:avLst/>
          </a:prstGeom>
        </p:spPr>
        <p:txBody>
          <a:bodyPr vert="horz" wrap="square" lIns="0" tIns="0" rIns="0" bIns="0" rtlCol="0" anchor="ctr">
            <a:spAutoFit/>
          </a:bodyPr>
          <a:lstStyle>
            <a:lvl1pPr algn="l">
              <a:defRPr sz="1050" b="0">
                <a:solidFill>
                  <a:sysClr val="windowText" lastClr="000000"/>
                </a:solidFill>
                <a:latin typeface="+mn-lt"/>
                <a:cs typeface="Arial" panose="020B0604020202020204" pitchFamily="34" charset="0"/>
              </a:defRPr>
            </a:lvl1pPr>
          </a:lstStyle>
          <a:p>
            <a:endParaRPr lang="en-US" dirty="0"/>
          </a:p>
        </p:txBody>
      </p:sp>
    </p:spTree>
    <p:extLst>
      <p:ext uri="{BB962C8B-B14F-4D97-AF65-F5344CB8AC3E}">
        <p14:creationId xmlns:p14="http://schemas.microsoft.com/office/powerpoint/2010/main" val="595187750"/>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4">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E87E41F5-DD37-DB45-FC81-6078FAA35748}"/>
              </a:ext>
            </a:extLst>
          </p:cNvPr>
          <p:cNvSpPr>
            <a:spLocks noGrp="1"/>
          </p:cNvSpPr>
          <p:nvPr>
            <p:ph idx="1"/>
          </p:nvPr>
        </p:nvSpPr>
        <p:spPr>
          <a:xfrm>
            <a:off x="6157914" y="367776"/>
            <a:ext cx="5665786" cy="5604399"/>
          </a:xfrm>
        </p:spPr>
        <p:txBody>
          <a:bodyPr/>
          <a:lstStyle>
            <a:lvl1pPr>
              <a:spcAft>
                <a:spcPts val="1200"/>
              </a:spcAft>
              <a:defRPr sz="1400"/>
            </a:lvl1pPr>
            <a:lvl2pPr>
              <a:defRPr sz="1200">
                <a:latin typeface="+mn-lt"/>
              </a:defRPr>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itle Placeholder 1">
            <a:extLst>
              <a:ext uri="{FF2B5EF4-FFF2-40B4-BE49-F238E27FC236}">
                <a16:creationId xmlns:a16="http://schemas.microsoft.com/office/drawing/2014/main" id="{0FCB0834-B748-0F65-C02A-23EC83C03DC2}"/>
              </a:ext>
            </a:extLst>
          </p:cNvPr>
          <p:cNvSpPr>
            <a:spLocks noGrp="1"/>
          </p:cNvSpPr>
          <p:nvPr>
            <p:ph type="title"/>
          </p:nvPr>
        </p:nvSpPr>
        <p:spPr>
          <a:xfrm>
            <a:off x="370062" y="4009671"/>
            <a:ext cx="4709938" cy="1425575"/>
          </a:xfrm>
          <a:prstGeom prst="rect">
            <a:avLst/>
          </a:prstGeom>
        </p:spPr>
        <p:txBody>
          <a:bodyPr vert="horz" lIns="0" tIns="0" rIns="0" bIns="0" rtlCol="0" anchor="t" anchorCtr="0">
            <a:noAutofit/>
          </a:bodyPr>
          <a:lstStyle/>
          <a:p>
            <a:r>
              <a:rPr lang="en-US"/>
              <a:t>Click to edit Master title style</a:t>
            </a:r>
            <a:endParaRPr lang="en-US" dirty="0"/>
          </a:p>
        </p:txBody>
      </p:sp>
      <p:sp>
        <p:nvSpPr>
          <p:cNvPr id="4" name="Slide Number Placeholder 13">
            <a:extLst>
              <a:ext uri="{FF2B5EF4-FFF2-40B4-BE49-F238E27FC236}">
                <a16:creationId xmlns:a16="http://schemas.microsoft.com/office/drawing/2014/main" id="{83F37CB8-4B0C-85FD-979D-0EFBFDE2A1FF}"/>
              </a:ext>
            </a:extLst>
          </p:cNvPr>
          <p:cNvSpPr>
            <a:spLocks noGrp="1"/>
          </p:cNvSpPr>
          <p:nvPr>
            <p:ph type="sldNum" sz="quarter" idx="4"/>
          </p:nvPr>
        </p:nvSpPr>
        <p:spPr>
          <a:xfrm>
            <a:off x="11526043" y="6491859"/>
            <a:ext cx="298209" cy="161583"/>
          </a:xfrm>
          <a:prstGeom prst="rect">
            <a:avLst/>
          </a:prstGeom>
        </p:spPr>
        <p:txBody>
          <a:bodyPr vert="horz" wrap="square" lIns="0" tIns="0" rIns="0" bIns="0" rtlCol="0" anchor="ctr">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sp>
        <p:nvSpPr>
          <p:cNvPr id="5" name="Footer Placeholder 4">
            <a:extLst>
              <a:ext uri="{FF2B5EF4-FFF2-40B4-BE49-F238E27FC236}">
                <a16:creationId xmlns:a16="http://schemas.microsoft.com/office/drawing/2014/main" id="{C8EC9C41-CB60-9C3F-4A21-4DCCF3B44001}"/>
              </a:ext>
            </a:extLst>
          </p:cNvPr>
          <p:cNvSpPr>
            <a:spLocks noGrp="1"/>
          </p:cNvSpPr>
          <p:nvPr>
            <p:ph type="ftr" sz="quarter" idx="3"/>
          </p:nvPr>
        </p:nvSpPr>
        <p:spPr>
          <a:xfrm>
            <a:off x="1066800" y="6497441"/>
            <a:ext cx="3447482" cy="161583"/>
          </a:xfrm>
          <a:prstGeom prst="rect">
            <a:avLst/>
          </a:prstGeom>
        </p:spPr>
        <p:txBody>
          <a:bodyPr vert="horz" wrap="square" lIns="0" tIns="0" rIns="0" bIns="0" rtlCol="0" anchor="ctr">
            <a:spAutoFit/>
          </a:bodyPr>
          <a:lstStyle>
            <a:lvl1pPr algn="l">
              <a:defRPr sz="1050" b="0">
                <a:solidFill>
                  <a:sysClr val="windowText" lastClr="000000"/>
                </a:solidFill>
                <a:latin typeface="+mn-lt"/>
                <a:cs typeface="Arial" panose="020B0604020202020204" pitchFamily="34" charset="0"/>
              </a:defRPr>
            </a:lvl1pPr>
          </a:lstStyle>
          <a:p>
            <a:endParaRPr lang="en-US" dirty="0"/>
          </a:p>
        </p:txBody>
      </p:sp>
    </p:spTree>
    <p:extLst>
      <p:ext uri="{BB962C8B-B14F-4D97-AF65-F5344CB8AC3E}">
        <p14:creationId xmlns:p14="http://schemas.microsoft.com/office/powerpoint/2010/main" val="1162161977"/>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Content 5">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E87E41F5-DD37-DB45-FC81-6078FAA35748}"/>
              </a:ext>
            </a:extLst>
          </p:cNvPr>
          <p:cNvSpPr>
            <a:spLocks noGrp="1"/>
          </p:cNvSpPr>
          <p:nvPr>
            <p:ph idx="1"/>
          </p:nvPr>
        </p:nvSpPr>
        <p:spPr>
          <a:xfrm>
            <a:off x="5188305" y="367776"/>
            <a:ext cx="6624637" cy="5604399"/>
          </a:xfrm>
        </p:spPr>
        <p:txBody>
          <a:bodyPr/>
          <a:lstStyle>
            <a:lvl1pPr>
              <a:spcAft>
                <a:spcPts val="1200"/>
              </a:spcAft>
              <a:defRPr sz="1400"/>
            </a:lvl1pPr>
            <a:lvl2pPr>
              <a:defRPr sz="1200">
                <a:latin typeface="+mn-lt"/>
              </a:defRPr>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itle Placeholder 1">
            <a:extLst>
              <a:ext uri="{FF2B5EF4-FFF2-40B4-BE49-F238E27FC236}">
                <a16:creationId xmlns:a16="http://schemas.microsoft.com/office/drawing/2014/main" id="{0FCB0834-B748-0F65-C02A-23EC83C03DC2}"/>
              </a:ext>
            </a:extLst>
          </p:cNvPr>
          <p:cNvSpPr>
            <a:spLocks noGrp="1"/>
          </p:cNvSpPr>
          <p:nvPr>
            <p:ph type="title"/>
          </p:nvPr>
        </p:nvSpPr>
        <p:spPr>
          <a:xfrm>
            <a:off x="370062" y="4009671"/>
            <a:ext cx="3840957" cy="1425575"/>
          </a:xfrm>
          <a:prstGeom prst="rect">
            <a:avLst/>
          </a:prstGeom>
        </p:spPr>
        <p:txBody>
          <a:bodyPr vert="horz" lIns="0" tIns="0" rIns="0" bIns="0" rtlCol="0" anchor="t" anchorCtr="0">
            <a:noAutofit/>
          </a:bodyPr>
          <a:lstStyle/>
          <a:p>
            <a:r>
              <a:rPr lang="en-US"/>
              <a:t>Click to edit Master title style</a:t>
            </a:r>
            <a:endParaRPr lang="en-US" dirty="0"/>
          </a:p>
        </p:txBody>
      </p:sp>
      <p:sp>
        <p:nvSpPr>
          <p:cNvPr id="4" name="Slide Number Placeholder 13">
            <a:extLst>
              <a:ext uri="{FF2B5EF4-FFF2-40B4-BE49-F238E27FC236}">
                <a16:creationId xmlns:a16="http://schemas.microsoft.com/office/drawing/2014/main" id="{83F37CB8-4B0C-85FD-979D-0EFBFDE2A1FF}"/>
              </a:ext>
            </a:extLst>
          </p:cNvPr>
          <p:cNvSpPr>
            <a:spLocks noGrp="1"/>
          </p:cNvSpPr>
          <p:nvPr>
            <p:ph type="sldNum" sz="quarter" idx="4"/>
          </p:nvPr>
        </p:nvSpPr>
        <p:spPr>
          <a:xfrm>
            <a:off x="11526043" y="6491859"/>
            <a:ext cx="298209" cy="161583"/>
          </a:xfrm>
          <a:prstGeom prst="rect">
            <a:avLst/>
          </a:prstGeom>
        </p:spPr>
        <p:txBody>
          <a:bodyPr vert="horz" wrap="square" lIns="0" tIns="0" rIns="0" bIns="0" rtlCol="0" anchor="ctr">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sp>
        <p:nvSpPr>
          <p:cNvPr id="5" name="Footer Placeholder 4">
            <a:extLst>
              <a:ext uri="{FF2B5EF4-FFF2-40B4-BE49-F238E27FC236}">
                <a16:creationId xmlns:a16="http://schemas.microsoft.com/office/drawing/2014/main" id="{C8EC9C41-CB60-9C3F-4A21-4DCCF3B44001}"/>
              </a:ext>
            </a:extLst>
          </p:cNvPr>
          <p:cNvSpPr>
            <a:spLocks noGrp="1"/>
          </p:cNvSpPr>
          <p:nvPr>
            <p:ph type="ftr" sz="quarter" idx="3"/>
          </p:nvPr>
        </p:nvSpPr>
        <p:spPr>
          <a:xfrm>
            <a:off x="1066800" y="6497441"/>
            <a:ext cx="3447482" cy="161583"/>
          </a:xfrm>
          <a:prstGeom prst="rect">
            <a:avLst/>
          </a:prstGeom>
        </p:spPr>
        <p:txBody>
          <a:bodyPr vert="horz" wrap="square" lIns="0" tIns="0" rIns="0" bIns="0" rtlCol="0" anchor="ctr">
            <a:spAutoFit/>
          </a:bodyPr>
          <a:lstStyle>
            <a:lvl1pPr algn="l">
              <a:defRPr sz="1050" b="0">
                <a:solidFill>
                  <a:sysClr val="windowText" lastClr="000000"/>
                </a:solidFill>
                <a:latin typeface="+mn-lt"/>
                <a:cs typeface="Arial" panose="020B0604020202020204" pitchFamily="34" charset="0"/>
              </a:defRPr>
            </a:lvl1pPr>
          </a:lstStyle>
          <a:p>
            <a:endParaRPr lang="en-US" dirty="0"/>
          </a:p>
        </p:txBody>
      </p:sp>
    </p:spTree>
    <p:extLst>
      <p:ext uri="{BB962C8B-B14F-4D97-AF65-F5344CB8AC3E}">
        <p14:creationId xmlns:p14="http://schemas.microsoft.com/office/powerpoint/2010/main" val="425518397"/>
      </p:ext>
    </p:extLst>
  </p:cSld>
  <p:clrMapOvr>
    <a:masterClrMapping/>
  </p:clrMapOvr>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ection Header">
    <p:bg>
      <p:bgPr>
        <a:solidFill>
          <a:srgbClr val="FFE8D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539E65-4ABC-F7FC-FCE0-B29255497D5B}"/>
              </a:ext>
            </a:extLst>
          </p:cNvPr>
          <p:cNvSpPr>
            <a:spLocks noGrp="1"/>
          </p:cNvSpPr>
          <p:nvPr>
            <p:ph type="title"/>
          </p:nvPr>
        </p:nvSpPr>
        <p:spPr>
          <a:xfrm>
            <a:off x="370877" y="3459958"/>
            <a:ext cx="5645841" cy="2593275"/>
          </a:xfrm>
        </p:spPr>
        <p:txBody>
          <a:bodyPr anchor="b" anchorCtr="0"/>
          <a:lstStyle>
            <a:lvl1pPr>
              <a:lnSpc>
                <a:spcPct val="80000"/>
              </a:lnSpc>
              <a:spcBef>
                <a:spcPts val="1400"/>
              </a:spcBef>
              <a:defRPr sz="4800" b="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B2BDD4AC-270A-4483-7315-655B46AA98C3}"/>
              </a:ext>
            </a:extLst>
          </p:cNvPr>
          <p:cNvSpPr>
            <a:spLocks noGrp="1"/>
          </p:cNvSpPr>
          <p:nvPr>
            <p:ph type="body" idx="1" hasCustomPrompt="1"/>
          </p:nvPr>
        </p:nvSpPr>
        <p:spPr>
          <a:xfrm>
            <a:off x="8193823" y="572408"/>
            <a:ext cx="3462095" cy="4308872"/>
          </a:xfrm>
        </p:spPr>
        <p:txBody>
          <a:bodyPr wrap="square">
            <a:spAutoFit/>
          </a:bodyPr>
          <a:lstStyle>
            <a:lvl1pPr marL="0" indent="0" algn="r">
              <a:lnSpc>
                <a:spcPct val="80000"/>
              </a:lnSpc>
              <a:spcBef>
                <a:spcPts val="0"/>
              </a:spcBef>
              <a:spcAft>
                <a:spcPts val="0"/>
              </a:spcAft>
              <a:buNone/>
              <a:defRPr sz="35000" b="0" kern="100" spc="-50" baseline="0">
                <a:solidFill>
                  <a:schemeClr val="accent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0</a:t>
            </a:r>
          </a:p>
        </p:txBody>
      </p:sp>
      <p:sp>
        <p:nvSpPr>
          <p:cNvPr id="6" name="Footer Placeholder 4">
            <a:extLst>
              <a:ext uri="{FF2B5EF4-FFF2-40B4-BE49-F238E27FC236}">
                <a16:creationId xmlns:a16="http://schemas.microsoft.com/office/drawing/2014/main" id="{8A3789D3-8936-6361-B279-04482E5DA052}"/>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endParaRPr lang="en-US" dirty="0"/>
          </a:p>
        </p:txBody>
      </p:sp>
      <p:sp>
        <p:nvSpPr>
          <p:cNvPr id="7" name="Slide Number Placeholder 13">
            <a:extLst>
              <a:ext uri="{FF2B5EF4-FFF2-40B4-BE49-F238E27FC236}">
                <a16:creationId xmlns:a16="http://schemas.microsoft.com/office/drawing/2014/main" id="{D2CF944E-CA0D-78C4-2738-7FF65A3C61DE}"/>
              </a:ext>
            </a:extLst>
          </p:cNvPr>
          <p:cNvSpPr>
            <a:spLocks noGrp="1"/>
          </p:cNvSpPr>
          <p:nvPr>
            <p:ph type="sldNum" sz="quarter" idx="4"/>
          </p:nvPr>
        </p:nvSpPr>
        <p:spPr>
          <a:xfrm>
            <a:off x="11526043" y="6491859"/>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spTree>
    <p:extLst>
      <p:ext uri="{BB962C8B-B14F-4D97-AF65-F5344CB8AC3E}">
        <p14:creationId xmlns:p14="http://schemas.microsoft.com/office/powerpoint/2010/main" val="609794938"/>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Section Header 2">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2074E594-75BC-BB21-5CB5-2ECACC5760F1}"/>
              </a:ext>
            </a:extLst>
          </p:cNvPr>
          <p:cNvSpPr>
            <a:spLocks noGrp="1"/>
          </p:cNvSpPr>
          <p:nvPr>
            <p:ph type="title"/>
          </p:nvPr>
        </p:nvSpPr>
        <p:spPr>
          <a:xfrm>
            <a:off x="370877" y="3459958"/>
            <a:ext cx="5645841" cy="2593275"/>
          </a:xfrm>
        </p:spPr>
        <p:txBody>
          <a:bodyPr anchor="b" anchorCtr="0"/>
          <a:lstStyle>
            <a:lvl1pPr>
              <a:lnSpc>
                <a:spcPct val="80000"/>
              </a:lnSpc>
              <a:spcBef>
                <a:spcPts val="1400"/>
              </a:spcBef>
              <a:defRPr sz="4800" b="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B2BDD4AC-270A-4483-7315-655B46AA98C3}"/>
              </a:ext>
            </a:extLst>
          </p:cNvPr>
          <p:cNvSpPr>
            <a:spLocks noGrp="1"/>
          </p:cNvSpPr>
          <p:nvPr>
            <p:ph type="body" idx="1" hasCustomPrompt="1"/>
          </p:nvPr>
        </p:nvSpPr>
        <p:spPr>
          <a:xfrm>
            <a:off x="8193823" y="576072"/>
            <a:ext cx="3462095" cy="4308872"/>
          </a:xfrm>
        </p:spPr>
        <p:txBody>
          <a:bodyPr wrap="square">
            <a:spAutoFit/>
          </a:bodyPr>
          <a:lstStyle>
            <a:lvl1pPr marL="0" indent="0" algn="r">
              <a:lnSpc>
                <a:spcPct val="80000"/>
              </a:lnSpc>
              <a:spcBef>
                <a:spcPts val="0"/>
              </a:spcBef>
              <a:spcAft>
                <a:spcPts val="0"/>
              </a:spcAft>
              <a:buNone/>
              <a:defRPr sz="35000" b="0" kern="100" spc="-50" baseline="0">
                <a:solidFill>
                  <a:schemeClr val="accent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0</a:t>
            </a:r>
          </a:p>
        </p:txBody>
      </p:sp>
      <p:sp>
        <p:nvSpPr>
          <p:cNvPr id="5" name="Footer Placeholder 4">
            <a:extLst>
              <a:ext uri="{FF2B5EF4-FFF2-40B4-BE49-F238E27FC236}">
                <a16:creationId xmlns:a16="http://schemas.microsoft.com/office/drawing/2014/main" id="{14843C2F-D12F-B2E4-1020-42BB1F404EEB}"/>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endParaRPr lang="en-US" dirty="0"/>
          </a:p>
        </p:txBody>
      </p:sp>
      <p:sp>
        <p:nvSpPr>
          <p:cNvPr id="6" name="Slide Number Placeholder 13">
            <a:extLst>
              <a:ext uri="{FF2B5EF4-FFF2-40B4-BE49-F238E27FC236}">
                <a16:creationId xmlns:a16="http://schemas.microsoft.com/office/drawing/2014/main" id="{78D8C702-FC4B-D3F7-8D51-D2B3DFBA1CCE}"/>
              </a:ext>
            </a:extLst>
          </p:cNvPr>
          <p:cNvSpPr>
            <a:spLocks noGrp="1"/>
          </p:cNvSpPr>
          <p:nvPr>
            <p:ph type="sldNum" sz="quarter" idx="4"/>
          </p:nvPr>
        </p:nvSpPr>
        <p:spPr>
          <a:xfrm>
            <a:off x="11526043" y="6491859"/>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spTree>
    <p:extLst>
      <p:ext uri="{BB962C8B-B14F-4D97-AF65-F5344CB8AC3E}">
        <p14:creationId xmlns:p14="http://schemas.microsoft.com/office/powerpoint/2010/main" val="3954783040"/>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ection Header 3">
    <p:spTree>
      <p:nvGrpSpPr>
        <p:cNvPr id="1" name=""/>
        <p:cNvGrpSpPr/>
        <p:nvPr/>
      </p:nvGrpSpPr>
      <p:grpSpPr>
        <a:xfrm>
          <a:off x="0" y="0"/>
          <a:ext cx="0" cy="0"/>
          <a:chOff x="0" y="0"/>
          <a:chExt cx="0" cy="0"/>
        </a:xfrm>
      </p:grpSpPr>
      <p:sp>
        <p:nvSpPr>
          <p:cNvPr id="4" name="Picture Placeholder 14">
            <a:extLst>
              <a:ext uri="{FF2B5EF4-FFF2-40B4-BE49-F238E27FC236}">
                <a16:creationId xmlns:a16="http://schemas.microsoft.com/office/drawing/2014/main" id="{50A2C7B7-9D29-E058-E1D5-11CACA152562}"/>
              </a:ext>
              <a:ext uri="{C183D7F6-B498-43B3-948B-1728B52AA6E4}">
                <adec:decorative xmlns:adec="http://schemas.microsoft.com/office/drawing/2017/decorative" val="1"/>
              </a:ext>
            </a:extLst>
          </p:cNvPr>
          <p:cNvSpPr>
            <a:spLocks noGrp="1"/>
          </p:cNvSpPr>
          <p:nvPr>
            <p:ph type="pic" sz="quarter" idx="10"/>
          </p:nvPr>
        </p:nvSpPr>
        <p:spPr>
          <a:xfrm>
            <a:off x="3049" y="0"/>
            <a:ext cx="12188951" cy="6858001"/>
          </a:xfrm>
          <a:solidFill>
            <a:schemeClr val="bg1">
              <a:lumMod val="85000"/>
            </a:schemeClr>
          </a:solidFill>
        </p:spPr>
        <p:txBody>
          <a:bodyPr tIns="1554480"/>
          <a:lstStyle>
            <a:lvl1pPr algn="ctr">
              <a:defRPr/>
            </a:lvl1pPr>
          </a:lstStyle>
          <a:p>
            <a:r>
              <a:rPr lang="en-US"/>
              <a:t>Click icon to add picture</a:t>
            </a:r>
            <a:endParaRPr lang="en-US" dirty="0"/>
          </a:p>
        </p:txBody>
      </p:sp>
      <p:sp>
        <p:nvSpPr>
          <p:cNvPr id="2" name="Title 1">
            <a:extLst>
              <a:ext uri="{FF2B5EF4-FFF2-40B4-BE49-F238E27FC236}">
                <a16:creationId xmlns:a16="http://schemas.microsoft.com/office/drawing/2014/main" id="{B4539E65-4ABC-F7FC-FCE0-B29255497D5B}"/>
              </a:ext>
            </a:extLst>
          </p:cNvPr>
          <p:cNvSpPr>
            <a:spLocks noGrp="1"/>
          </p:cNvSpPr>
          <p:nvPr>
            <p:ph type="title"/>
          </p:nvPr>
        </p:nvSpPr>
        <p:spPr>
          <a:xfrm>
            <a:off x="375535" y="3372236"/>
            <a:ext cx="5641183" cy="1414180"/>
          </a:xfrm>
        </p:spPr>
        <p:txBody>
          <a:bodyPr anchor="b"/>
          <a:lstStyle>
            <a:lvl1pPr>
              <a:lnSpc>
                <a:spcPct val="80000"/>
              </a:lnSpc>
              <a:spcBef>
                <a:spcPts val="1400"/>
              </a:spcBef>
              <a:defRPr sz="4800" b="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B2BDD4AC-270A-4483-7315-655B46AA98C3}"/>
              </a:ext>
            </a:extLst>
          </p:cNvPr>
          <p:cNvSpPr>
            <a:spLocks noGrp="1"/>
          </p:cNvSpPr>
          <p:nvPr>
            <p:ph type="body" idx="1" hasCustomPrompt="1"/>
          </p:nvPr>
        </p:nvSpPr>
        <p:spPr>
          <a:xfrm>
            <a:off x="8193823" y="576072"/>
            <a:ext cx="3462095" cy="4308872"/>
          </a:xfrm>
        </p:spPr>
        <p:txBody>
          <a:bodyPr wrap="square">
            <a:spAutoFit/>
          </a:bodyPr>
          <a:lstStyle>
            <a:lvl1pPr marL="0" indent="0" algn="r">
              <a:lnSpc>
                <a:spcPct val="80000"/>
              </a:lnSpc>
              <a:spcBef>
                <a:spcPts val="0"/>
              </a:spcBef>
              <a:spcAft>
                <a:spcPts val="0"/>
              </a:spcAft>
              <a:buNone/>
              <a:defRPr sz="35000" b="0" kern="100" spc="-50" baseline="0">
                <a:solidFill>
                  <a:schemeClr val="accent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0</a:t>
            </a:r>
          </a:p>
        </p:txBody>
      </p:sp>
      <p:sp>
        <p:nvSpPr>
          <p:cNvPr id="10" name="Text Placeholder 9">
            <a:extLst>
              <a:ext uri="{FF2B5EF4-FFF2-40B4-BE49-F238E27FC236}">
                <a16:creationId xmlns:a16="http://schemas.microsoft.com/office/drawing/2014/main" id="{8BF9F556-4510-F7DD-B333-C401D75BD796}"/>
              </a:ext>
            </a:extLst>
          </p:cNvPr>
          <p:cNvSpPr>
            <a:spLocks noGrp="1"/>
          </p:cNvSpPr>
          <p:nvPr>
            <p:ph type="body" sz="quarter" idx="11"/>
          </p:nvPr>
        </p:nvSpPr>
        <p:spPr>
          <a:xfrm>
            <a:off x="375537" y="5029715"/>
            <a:ext cx="5641182" cy="990083"/>
          </a:xfrm>
        </p:spPr>
        <p:txBody>
          <a:bodyPr/>
          <a:lstStyle>
            <a:lvl1pPr>
              <a:defRPr sz="1300" b="0">
                <a:latin typeface="+mn-lt"/>
              </a:defRPr>
            </a:lvl1pPr>
          </a:lstStyle>
          <a:p>
            <a:pPr lvl="0"/>
            <a:r>
              <a:rPr lang="en-US"/>
              <a:t>Click to edit Master text styles</a:t>
            </a:r>
          </a:p>
        </p:txBody>
      </p:sp>
      <p:sp>
        <p:nvSpPr>
          <p:cNvPr id="16" name="Text Placeholder 15">
            <a:extLst>
              <a:ext uri="{FF2B5EF4-FFF2-40B4-BE49-F238E27FC236}">
                <a16:creationId xmlns:a16="http://schemas.microsoft.com/office/drawing/2014/main" id="{AFBC73D5-BBD4-6DEA-ABD4-C7C99DE36B66}"/>
              </a:ext>
            </a:extLst>
          </p:cNvPr>
          <p:cNvSpPr>
            <a:spLocks noGrp="1"/>
          </p:cNvSpPr>
          <p:nvPr>
            <p:ph type="body" sz="quarter" idx="12" hasCustomPrompt="1"/>
          </p:nvPr>
        </p:nvSpPr>
        <p:spPr>
          <a:xfrm>
            <a:off x="394728" y="6501384"/>
            <a:ext cx="365760" cy="161583"/>
          </a:xfrm>
        </p:spPr>
        <p:txBody>
          <a:bodyPr>
            <a:noAutofit/>
          </a:bodyPr>
          <a:lstStyle>
            <a:lvl1pPr>
              <a:defRPr sz="1050"/>
            </a:lvl1pPr>
          </a:lstStyle>
          <a:p>
            <a:pPr lvl="0"/>
            <a:r>
              <a:rPr lang="en-US" dirty="0"/>
              <a:t>PwC</a:t>
            </a:r>
          </a:p>
        </p:txBody>
      </p:sp>
      <p:sp>
        <p:nvSpPr>
          <p:cNvPr id="7" name="Footer Placeholder 4">
            <a:extLst>
              <a:ext uri="{FF2B5EF4-FFF2-40B4-BE49-F238E27FC236}">
                <a16:creationId xmlns:a16="http://schemas.microsoft.com/office/drawing/2014/main" id="{F14AAF1B-63A7-87FB-CF3E-274298F4B36A}"/>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endParaRPr lang="en-US" dirty="0"/>
          </a:p>
        </p:txBody>
      </p:sp>
      <p:sp>
        <p:nvSpPr>
          <p:cNvPr id="8" name="Slide Number Placeholder 13">
            <a:extLst>
              <a:ext uri="{FF2B5EF4-FFF2-40B4-BE49-F238E27FC236}">
                <a16:creationId xmlns:a16="http://schemas.microsoft.com/office/drawing/2014/main" id="{06EDDF0F-F4F8-2669-FD63-410B84DD24E8}"/>
              </a:ext>
            </a:extLst>
          </p:cNvPr>
          <p:cNvSpPr>
            <a:spLocks noGrp="1"/>
          </p:cNvSpPr>
          <p:nvPr>
            <p:ph type="sldNum" sz="quarter" idx="4"/>
          </p:nvPr>
        </p:nvSpPr>
        <p:spPr>
          <a:xfrm>
            <a:off x="11526043" y="6491859"/>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spTree>
    <p:extLst>
      <p:ext uri="{BB962C8B-B14F-4D97-AF65-F5344CB8AC3E}">
        <p14:creationId xmlns:p14="http://schemas.microsoft.com/office/powerpoint/2010/main" val="518638679"/>
      </p:ext>
    </p:extLst>
  </p:cSld>
  <p:clrMapOvr>
    <a:masterClrMapping/>
  </p:clrMapOvr>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 Photo 1">
    <p:spTree>
      <p:nvGrpSpPr>
        <p:cNvPr id="1" name=""/>
        <p:cNvGrpSpPr/>
        <p:nvPr/>
      </p:nvGrpSpPr>
      <p:grpSpPr>
        <a:xfrm>
          <a:off x="0" y="0"/>
          <a:ext cx="0" cy="0"/>
          <a:chOff x="0" y="0"/>
          <a:chExt cx="0" cy="0"/>
        </a:xfrm>
      </p:grpSpPr>
      <p:sp>
        <p:nvSpPr>
          <p:cNvPr id="8" name="Picture Placeholder 14">
            <a:extLst>
              <a:ext uri="{FF2B5EF4-FFF2-40B4-BE49-F238E27FC236}">
                <a16:creationId xmlns:a16="http://schemas.microsoft.com/office/drawing/2014/main" id="{239A05D4-BAD9-49A7-3229-41686BA7F455}"/>
              </a:ext>
            </a:extLst>
          </p:cNvPr>
          <p:cNvSpPr>
            <a:spLocks noGrp="1"/>
          </p:cNvSpPr>
          <p:nvPr>
            <p:ph type="pic" sz="quarter" idx="11"/>
          </p:nvPr>
        </p:nvSpPr>
        <p:spPr>
          <a:xfrm>
            <a:off x="-1" y="0"/>
            <a:ext cx="7531331" cy="6858000"/>
          </a:xfrm>
          <a:solidFill>
            <a:schemeClr val="bg2"/>
          </a:solidFill>
        </p:spPr>
        <p:txBody>
          <a:bodyPr tIns="1554480"/>
          <a:lstStyle>
            <a:lvl1pPr algn="ctr">
              <a:defRPr/>
            </a:lvl1pPr>
          </a:lstStyle>
          <a:p>
            <a:r>
              <a:rPr lang="en-US"/>
              <a:t>Click icon to add picture</a:t>
            </a:r>
            <a:endParaRPr lang="en-US" dirty="0"/>
          </a:p>
        </p:txBody>
      </p:sp>
      <p:sp>
        <p:nvSpPr>
          <p:cNvPr id="4" name="Title 1">
            <a:extLst>
              <a:ext uri="{FF2B5EF4-FFF2-40B4-BE49-F238E27FC236}">
                <a16:creationId xmlns:a16="http://schemas.microsoft.com/office/drawing/2014/main" id="{9E03C5ED-E0DF-61C8-7A95-440C9FF7F1FA}"/>
              </a:ext>
            </a:extLst>
          </p:cNvPr>
          <p:cNvSpPr>
            <a:spLocks noGrp="1"/>
          </p:cNvSpPr>
          <p:nvPr>
            <p:ph type="title"/>
          </p:nvPr>
        </p:nvSpPr>
        <p:spPr>
          <a:xfrm>
            <a:off x="8077199" y="892267"/>
            <a:ext cx="3746501" cy="1962058"/>
          </a:xfrm>
        </p:spPr>
        <p:txBody>
          <a:bodyPr/>
          <a:lstStyle>
            <a:lvl1pPr>
              <a:defRPr sz="4000"/>
            </a:lvl1pPr>
          </a:lstStyle>
          <a:p>
            <a:r>
              <a:rPr lang="en-US"/>
              <a:t>Click to edit Master title style</a:t>
            </a:r>
            <a:endParaRPr lang="en-US" dirty="0"/>
          </a:p>
        </p:txBody>
      </p:sp>
      <p:sp>
        <p:nvSpPr>
          <p:cNvPr id="5" name="Content Placeholder 2">
            <a:extLst>
              <a:ext uri="{FF2B5EF4-FFF2-40B4-BE49-F238E27FC236}">
                <a16:creationId xmlns:a16="http://schemas.microsoft.com/office/drawing/2014/main" id="{7518CD4E-B949-EF88-4945-7E36C0015725}"/>
              </a:ext>
            </a:extLst>
          </p:cNvPr>
          <p:cNvSpPr>
            <a:spLocks noGrp="1"/>
          </p:cNvSpPr>
          <p:nvPr>
            <p:ph idx="1"/>
          </p:nvPr>
        </p:nvSpPr>
        <p:spPr>
          <a:xfrm>
            <a:off x="8077199" y="2955663"/>
            <a:ext cx="3746501" cy="3016512"/>
          </a:xfrm>
        </p:spPr>
        <p:txBody>
          <a:bodyPr/>
          <a:lstStyle>
            <a:lvl1pPr>
              <a:lnSpc>
                <a:spcPct val="125000"/>
              </a:lnSpc>
              <a:defRPr sz="1600" b="0">
                <a:latin typeface="+mn-lt"/>
              </a:defRPr>
            </a:lvl1pPr>
            <a:lvl2pPr marL="166688" indent="0">
              <a:defRPr/>
            </a:lvl2pPr>
            <a:lvl3pPr marL="346075" indent="0">
              <a:buNone/>
              <a:defRPr/>
            </a:lvl3pPr>
            <a:lvl4pPr marL="512763" indent="0">
              <a:buNone/>
              <a:defRPr/>
            </a:lvl4pPr>
            <a:lvl5pPr marL="69215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extBox 8">
            <a:extLst>
              <a:ext uri="{FF2B5EF4-FFF2-40B4-BE49-F238E27FC236}">
                <a16:creationId xmlns:a16="http://schemas.microsoft.com/office/drawing/2014/main" id="{66FD55F7-3664-B826-100E-876C20C01969}"/>
              </a:ext>
            </a:extLst>
          </p:cNvPr>
          <p:cNvSpPr txBox="1"/>
          <p:nvPr userDrawn="1"/>
        </p:nvSpPr>
        <p:spPr>
          <a:xfrm>
            <a:off x="7630559" y="6501384"/>
            <a:ext cx="431483" cy="161583"/>
          </a:xfrm>
          <a:prstGeom prst="rect">
            <a:avLst/>
          </a:prstGeom>
          <a:noFill/>
        </p:spPr>
        <p:txBody>
          <a:bodyPr wrap="square" lIns="0" tIns="0" rIns="0" bIns="0" rtlCol="0">
            <a:spAutoFit/>
          </a:bodyPr>
          <a:lstStyle/>
          <a:p>
            <a:pPr algn="l"/>
            <a:r>
              <a:rPr lang="en-US" sz="1050" b="1" dirty="0">
                <a:solidFill>
                  <a:schemeClr val="tx1"/>
                </a:solidFill>
              </a:rPr>
              <a:t>PwC</a:t>
            </a:r>
          </a:p>
        </p:txBody>
      </p:sp>
      <p:sp>
        <p:nvSpPr>
          <p:cNvPr id="6" name="Footer Placeholder 4">
            <a:extLst>
              <a:ext uri="{FF2B5EF4-FFF2-40B4-BE49-F238E27FC236}">
                <a16:creationId xmlns:a16="http://schemas.microsoft.com/office/drawing/2014/main" id="{14885F81-E071-1548-5442-718A5D278509}"/>
              </a:ext>
            </a:extLst>
          </p:cNvPr>
          <p:cNvSpPr>
            <a:spLocks noGrp="1"/>
          </p:cNvSpPr>
          <p:nvPr>
            <p:ph type="ftr" sz="quarter" idx="3"/>
          </p:nvPr>
        </p:nvSpPr>
        <p:spPr>
          <a:xfrm>
            <a:off x="8077199" y="6501384"/>
            <a:ext cx="3200400"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endParaRPr lang="en-US" dirty="0"/>
          </a:p>
        </p:txBody>
      </p:sp>
      <p:sp>
        <p:nvSpPr>
          <p:cNvPr id="2" name="Slide Number Placeholder 13">
            <a:extLst>
              <a:ext uri="{FF2B5EF4-FFF2-40B4-BE49-F238E27FC236}">
                <a16:creationId xmlns:a16="http://schemas.microsoft.com/office/drawing/2014/main" id="{3BE7552A-3D06-4BDA-8BCC-BB2CCD97B459}"/>
              </a:ext>
            </a:extLst>
          </p:cNvPr>
          <p:cNvSpPr>
            <a:spLocks noGrp="1"/>
          </p:cNvSpPr>
          <p:nvPr>
            <p:ph type="sldNum" sz="quarter" idx="4"/>
          </p:nvPr>
        </p:nvSpPr>
        <p:spPr>
          <a:xfrm>
            <a:off x="11526043" y="6491859"/>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spTree>
    <p:extLst>
      <p:ext uri="{BB962C8B-B14F-4D97-AF65-F5344CB8AC3E}">
        <p14:creationId xmlns:p14="http://schemas.microsoft.com/office/powerpoint/2010/main" val="1676282509"/>
      </p:ext>
    </p:extLst>
  </p:cSld>
  <p:clrMapOvr>
    <a:masterClrMapping/>
  </p:clrMapOvr>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ntent Photo 2">
    <p:spTree>
      <p:nvGrpSpPr>
        <p:cNvPr id="1" name=""/>
        <p:cNvGrpSpPr/>
        <p:nvPr/>
      </p:nvGrpSpPr>
      <p:grpSpPr>
        <a:xfrm>
          <a:off x="0" y="0"/>
          <a:ext cx="0" cy="0"/>
          <a:chOff x="0" y="0"/>
          <a:chExt cx="0" cy="0"/>
        </a:xfrm>
      </p:grpSpPr>
      <p:sp>
        <p:nvSpPr>
          <p:cNvPr id="8" name="Picture Placeholder 14">
            <a:extLst>
              <a:ext uri="{FF2B5EF4-FFF2-40B4-BE49-F238E27FC236}">
                <a16:creationId xmlns:a16="http://schemas.microsoft.com/office/drawing/2014/main" id="{239A05D4-BAD9-49A7-3229-41686BA7F455}"/>
              </a:ext>
            </a:extLst>
          </p:cNvPr>
          <p:cNvSpPr>
            <a:spLocks noGrp="1"/>
          </p:cNvSpPr>
          <p:nvPr>
            <p:ph type="pic" sz="quarter" idx="11"/>
          </p:nvPr>
        </p:nvSpPr>
        <p:spPr>
          <a:xfrm>
            <a:off x="-1" y="0"/>
            <a:ext cx="6620719" cy="6858000"/>
          </a:xfrm>
          <a:solidFill>
            <a:schemeClr val="bg2"/>
          </a:solidFill>
        </p:spPr>
        <p:txBody>
          <a:bodyPr tIns="1554480"/>
          <a:lstStyle>
            <a:lvl1pPr algn="ctr">
              <a:defRPr/>
            </a:lvl1pPr>
          </a:lstStyle>
          <a:p>
            <a:r>
              <a:rPr lang="en-US"/>
              <a:t>Click icon to add picture</a:t>
            </a:r>
            <a:endParaRPr lang="en-US" dirty="0"/>
          </a:p>
        </p:txBody>
      </p:sp>
      <p:sp>
        <p:nvSpPr>
          <p:cNvPr id="4" name="Title 1">
            <a:extLst>
              <a:ext uri="{FF2B5EF4-FFF2-40B4-BE49-F238E27FC236}">
                <a16:creationId xmlns:a16="http://schemas.microsoft.com/office/drawing/2014/main" id="{9E03C5ED-E0DF-61C8-7A95-440C9FF7F1FA}"/>
              </a:ext>
            </a:extLst>
          </p:cNvPr>
          <p:cNvSpPr>
            <a:spLocks noGrp="1"/>
          </p:cNvSpPr>
          <p:nvPr>
            <p:ph type="title"/>
          </p:nvPr>
        </p:nvSpPr>
        <p:spPr>
          <a:xfrm>
            <a:off x="7118351" y="886888"/>
            <a:ext cx="4671730" cy="1967437"/>
          </a:xfrm>
        </p:spPr>
        <p:txBody>
          <a:bodyPr/>
          <a:lstStyle>
            <a:lvl1pPr>
              <a:defRPr sz="40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D3BCDA1-5DA8-C359-F2B1-BC10C803662B}"/>
              </a:ext>
            </a:extLst>
          </p:cNvPr>
          <p:cNvSpPr>
            <a:spLocks noGrp="1"/>
          </p:cNvSpPr>
          <p:nvPr>
            <p:ph idx="1"/>
          </p:nvPr>
        </p:nvSpPr>
        <p:spPr>
          <a:xfrm>
            <a:off x="7118351" y="2961042"/>
            <a:ext cx="4671729" cy="3010070"/>
          </a:xfrm>
        </p:spPr>
        <p:txBody>
          <a:bodyPr/>
          <a:lstStyle>
            <a:lvl1pPr marL="166688" indent="-166688">
              <a:lnSpc>
                <a:spcPct val="125000"/>
              </a:lnSpc>
              <a:buFont typeface="Arial" panose="020B0604020202020204" pitchFamily="34" charset="0"/>
              <a:buChar char="•"/>
              <a:defRPr sz="1600" b="0">
                <a:latin typeface="+mn-lt"/>
              </a:defRPr>
            </a:lvl1pPr>
            <a:lvl2pPr marL="346075" indent="-179388">
              <a:buFont typeface="Georgia" panose="02040502050405020303" pitchFamily="18" charset="0"/>
              <a:buChar char="–"/>
              <a:defRPr/>
            </a:lvl2pPr>
            <a:lvl3pPr marL="512763" indent="-166688">
              <a:defRPr/>
            </a:lvl3pPr>
            <a:lvl4pPr marL="692150" indent="-179388">
              <a:defRPr/>
            </a:lvl4pPr>
            <a:lvl5pPr marL="858838" indent="-166688">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extBox 8">
            <a:extLst>
              <a:ext uri="{FF2B5EF4-FFF2-40B4-BE49-F238E27FC236}">
                <a16:creationId xmlns:a16="http://schemas.microsoft.com/office/drawing/2014/main" id="{66FD55F7-3664-B826-100E-876C20C01969}"/>
              </a:ext>
            </a:extLst>
          </p:cNvPr>
          <p:cNvSpPr txBox="1"/>
          <p:nvPr userDrawn="1"/>
        </p:nvSpPr>
        <p:spPr>
          <a:xfrm>
            <a:off x="7118351" y="6501384"/>
            <a:ext cx="431483" cy="161583"/>
          </a:xfrm>
          <a:prstGeom prst="rect">
            <a:avLst/>
          </a:prstGeom>
          <a:noFill/>
        </p:spPr>
        <p:txBody>
          <a:bodyPr wrap="square" lIns="0" tIns="0" rIns="0" bIns="0" rtlCol="0">
            <a:spAutoFit/>
          </a:bodyPr>
          <a:lstStyle/>
          <a:p>
            <a:pPr algn="l"/>
            <a:r>
              <a:rPr lang="en-US" sz="1050" b="1" dirty="0">
                <a:solidFill>
                  <a:schemeClr val="tx1"/>
                </a:solidFill>
              </a:rPr>
              <a:t>PwC</a:t>
            </a:r>
          </a:p>
        </p:txBody>
      </p:sp>
      <p:sp>
        <p:nvSpPr>
          <p:cNvPr id="6" name="Footer Placeholder 4">
            <a:extLst>
              <a:ext uri="{FF2B5EF4-FFF2-40B4-BE49-F238E27FC236}">
                <a16:creationId xmlns:a16="http://schemas.microsoft.com/office/drawing/2014/main" id="{14885F81-E071-1548-5442-718A5D278509}"/>
              </a:ext>
            </a:extLst>
          </p:cNvPr>
          <p:cNvSpPr>
            <a:spLocks noGrp="1"/>
          </p:cNvSpPr>
          <p:nvPr>
            <p:ph type="ftr" sz="quarter" idx="3"/>
          </p:nvPr>
        </p:nvSpPr>
        <p:spPr>
          <a:xfrm>
            <a:off x="7569600" y="6501384"/>
            <a:ext cx="3657600"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endParaRPr lang="en-US" dirty="0"/>
          </a:p>
        </p:txBody>
      </p:sp>
      <p:sp>
        <p:nvSpPr>
          <p:cNvPr id="2" name="Slide Number Placeholder 13">
            <a:extLst>
              <a:ext uri="{FF2B5EF4-FFF2-40B4-BE49-F238E27FC236}">
                <a16:creationId xmlns:a16="http://schemas.microsoft.com/office/drawing/2014/main" id="{3BE7552A-3D06-4BDA-8BCC-BB2CCD97B459}"/>
              </a:ext>
            </a:extLst>
          </p:cNvPr>
          <p:cNvSpPr>
            <a:spLocks noGrp="1"/>
          </p:cNvSpPr>
          <p:nvPr>
            <p:ph type="sldNum" sz="quarter" idx="4"/>
          </p:nvPr>
        </p:nvSpPr>
        <p:spPr>
          <a:xfrm>
            <a:off x="11526043" y="6491859"/>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spTree>
    <p:extLst>
      <p:ext uri="{BB962C8B-B14F-4D97-AF65-F5344CB8AC3E}">
        <p14:creationId xmlns:p14="http://schemas.microsoft.com/office/powerpoint/2010/main" val="4289657956"/>
      </p:ext>
    </p:extLst>
  </p:cSld>
  <p:clrMapOvr>
    <a:masterClrMapping/>
  </p:clrMapOvr>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Photo 3">
    <p:spTree>
      <p:nvGrpSpPr>
        <p:cNvPr id="1" name=""/>
        <p:cNvGrpSpPr/>
        <p:nvPr/>
      </p:nvGrpSpPr>
      <p:grpSpPr>
        <a:xfrm>
          <a:off x="0" y="0"/>
          <a:ext cx="0" cy="0"/>
          <a:chOff x="0" y="0"/>
          <a:chExt cx="0" cy="0"/>
        </a:xfrm>
      </p:grpSpPr>
      <p:sp>
        <p:nvSpPr>
          <p:cNvPr id="8" name="Picture Placeholder 14">
            <a:extLst>
              <a:ext uri="{FF2B5EF4-FFF2-40B4-BE49-F238E27FC236}">
                <a16:creationId xmlns:a16="http://schemas.microsoft.com/office/drawing/2014/main" id="{239A05D4-BAD9-49A7-3229-41686BA7F455}"/>
              </a:ext>
              <a:ext uri="{C183D7F6-B498-43B3-948B-1728B52AA6E4}">
                <adec:decorative xmlns:adec="http://schemas.microsoft.com/office/drawing/2017/decorative" val="1"/>
              </a:ext>
            </a:extLst>
          </p:cNvPr>
          <p:cNvSpPr>
            <a:spLocks noGrp="1"/>
          </p:cNvSpPr>
          <p:nvPr>
            <p:ph type="pic" sz="quarter" idx="11"/>
          </p:nvPr>
        </p:nvSpPr>
        <p:spPr>
          <a:xfrm>
            <a:off x="-2" y="0"/>
            <a:ext cx="5648448" cy="6858000"/>
          </a:xfrm>
          <a:solidFill>
            <a:schemeClr val="bg2"/>
          </a:solidFill>
        </p:spPr>
        <p:txBody>
          <a:bodyPr tIns="1554480"/>
          <a:lstStyle>
            <a:lvl1pPr algn="ctr">
              <a:defRPr/>
            </a:lvl1pPr>
          </a:lstStyle>
          <a:p>
            <a:r>
              <a:rPr lang="en-US"/>
              <a:t>Click icon to add picture</a:t>
            </a:r>
            <a:endParaRPr lang="en-US" dirty="0"/>
          </a:p>
        </p:txBody>
      </p:sp>
      <p:sp>
        <p:nvSpPr>
          <p:cNvPr id="4" name="Title 1">
            <a:extLst>
              <a:ext uri="{FF2B5EF4-FFF2-40B4-BE49-F238E27FC236}">
                <a16:creationId xmlns:a16="http://schemas.microsoft.com/office/drawing/2014/main" id="{9E03C5ED-E0DF-61C8-7A95-440C9FF7F1FA}"/>
              </a:ext>
            </a:extLst>
          </p:cNvPr>
          <p:cNvSpPr>
            <a:spLocks noGrp="1"/>
          </p:cNvSpPr>
          <p:nvPr>
            <p:ph type="title"/>
          </p:nvPr>
        </p:nvSpPr>
        <p:spPr>
          <a:xfrm>
            <a:off x="6153350" y="367777"/>
            <a:ext cx="5670349" cy="917574"/>
          </a:xfrm>
        </p:spPr>
        <p:txBody>
          <a:bodyPr/>
          <a:lstStyle>
            <a:lvl1pPr>
              <a:defRPr sz="40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D3BCDA1-5DA8-C359-F2B1-BC10C803662B}"/>
              </a:ext>
            </a:extLst>
          </p:cNvPr>
          <p:cNvSpPr>
            <a:spLocks noGrp="1"/>
          </p:cNvSpPr>
          <p:nvPr>
            <p:ph idx="1"/>
          </p:nvPr>
        </p:nvSpPr>
        <p:spPr>
          <a:xfrm>
            <a:off x="6153351" y="1930138"/>
            <a:ext cx="5670349" cy="4042037"/>
          </a:xfrm>
        </p:spPr>
        <p:txBody>
          <a:bodyPr/>
          <a:lstStyle>
            <a:lvl1pPr marL="166688" indent="-166688">
              <a:lnSpc>
                <a:spcPct val="125000"/>
              </a:lnSpc>
              <a:buFont typeface="Arial" panose="020B0604020202020204" pitchFamily="34" charset="0"/>
              <a:buChar char="•"/>
              <a:defRPr sz="1600" b="0">
                <a:latin typeface="+mn-lt"/>
              </a:defRPr>
            </a:lvl1pPr>
            <a:lvl2pPr marL="346075" indent="-179388">
              <a:buFont typeface="Georgia" panose="02040502050405020303" pitchFamily="18" charset="0"/>
              <a:buChar char="–"/>
              <a:defRPr/>
            </a:lvl2pPr>
            <a:lvl3pPr marL="512763" indent="-166688">
              <a:defRPr/>
            </a:lvl3pPr>
            <a:lvl4pPr marL="692150" indent="-179388">
              <a:defRPr/>
            </a:lvl4pPr>
            <a:lvl5pPr marL="858838" indent="-166688">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extBox 8">
            <a:extLst>
              <a:ext uri="{FF2B5EF4-FFF2-40B4-BE49-F238E27FC236}">
                <a16:creationId xmlns:a16="http://schemas.microsoft.com/office/drawing/2014/main" id="{66FD55F7-3664-B826-100E-876C20C01969}"/>
              </a:ext>
            </a:extLst>
          </p:cNvPr>
          <p:cNvSpPr txBox="1"/>
          <p:nvPr userDrawn="1"/>
        </p:nvSpPr>
        <p:spPr>
          <a:xfrm>
            <a:off x="6157913" y="6501384"/>
            <a:ext cx="431483" cy="161583"/>
          </a:xfrm>
          <a:prstGeom prst="rect">
            <a:avLst/>
          </a:prstGeom>
          <a:noFill/>
        </p:spPr>
        <p:txBody>
          <a:bodyPr wrap="square" lIns="0" tIns="0" rIns="0" bIns="0" rtlCol="0">
            <a:spAutoFit/>
          </a:bodyPr>
          <a:lstStyle/>
          <a:p>
            <a:pPr algn="l"/>
            <a:r>
              <a:rPr lang="en-US" sz="1050" b="1" dirty="0">
                <a:solidFill>
                  <a:schemeClr val="tx1"/>
                </a:solidFill>
              </a:rPr>
              <a:t>PwC</a:t>
            </a:r>
          </a:p>
        </p:txBody>
      </p:sp>
      <p:sp>
        <p:nvSpPr>
          <p:cNvPr id="6" name="Footer Placeholder 4">
            <a:extLst>
              <a:ext uri="{FF2B5EF4-FFF2-40B4-BE49-F238E27FC236}">
                <a16:creationId xmlns:a16="http://schemas.microsoft.com/office/drawing/2014/main" id="{14885F81-E071-1548-5442-718A5D278509}"/>
              </a:ext>
            </a:extLst>
          </p:cNvPr>
          <p:cNvSpPr>
            <a:spLocks noGrp="1"/>
          </p:cNvSpPr>
          <p:nvPr>
            <p:ph type="ftr" sz="quarter" idx="3"/>
          </p:nvPr>
        </p:nvSpPr>
        <p:spPr>
          <a:xfrm>
            <a:off x="6640116" y="6501384"/>
            <a:ext cx="4663440"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endParaRPr lang="en-US" dirty="0"/>
          </a:p>
        </p:txBody>
      </p:sp>
      <p:sp>
        <p:nvSpPr>
          <p:cNvPr id="2" name="Slide Number Placeholder 13">
            <a:extLst>
              <a:ext uri="{FF2B5EF4-FFF2-40B4-BE49-F238E27FC236}">
                <a16:creationId xmlns:a16="http://schemas.microsoft.com/office/drawing/2014/main" id="{3BE7552A-3D06-4BDA-8BCC-BB2CCD97B459}"/>
              </a:ext>
            </a:extLst>
          </p:cNvPr>
          <p:cNvSpPr>
            <a:spLocks noGrp="1"/>
          </p:cNvSpPr>
          <p:nvPr>
            <p:ph type="sldNum" sz="quarter" idx="4"/>
          </p:nvPr>
        </p:nvSpPr>
        <p:spPr>
          <a:xfrm>
            <a:off x="11526043" y="6491859"/>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spTree>
    <p:extLst>
      <p:ext uri="{BB962C8B-B14F-4D97-AF65-F5344CB8AC3E}">
        <p14:creationId xmlns:p14="http://schemas.microsoft.com/office/powerpoint/2010/main" val="2090267047"/>
      </p:ext>
    </p:extLst>
  </p:cSld>
  <p:clrMapOvr>
    <a:masterClrMapping/>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Photo 4">
    <p:spTree>
      <p:nvGrpSpPr>
        <p:cNvPr id="1" name=""/>
        <p:cNvGrpSpPr/>
        <p:nvPr/>
      </p:nvGrpSpPr>
      <p:grpSpPr>
        <a:xfrm>
          <a:off x="0" y="0"/>
          <a:ext cx="0" cy="0"/>
          <a:chOff x="0" y="0"/>
          <a:chExt cx="0" cy="0"/>
        </a:xfrm>
      </p:grpSpPr>
      <p:sp>
        <p:nvSpPr>
          <p:cNvPr id="8" name="Picture Placeholder 14">
            <a:extLst>
              <a:ext uri="{FF2B5EF4-FFF2-40B4-BE49-F238E27FC236}">
                <a16:creationId xmlns:a16="http://schemas.microsoft.com/office/drawing/2014/main" id="{239A05D4-BAD9-49A7-3229-41686BA7F455}"/>
              </a:ext>
              <a:ext uri="{C183D7F6-B498-43B3-948B-1728B52AA6E4}">
                <adec:decorative xmlns:adec="http://schemas.microsoft.com/office/drawing/2017/decorative" val="1"/>
              </a:ext>
            </a:extLst>
          </p:cNvPr>
          <p:cNvSpPr>
            <a:spLocks noGrp="1"/>
          </p:cNvSpPr>
          <p:nvPr>
            <p:ph type="pic" sz="quarter" idx="11"/>
          </p:nvPr>
        </p:nvSpPr>
        <p:spPr>
          <a:xfrm>
            <a:off x="-2" y="0"/>
            <a:ext cx="4676174" cy="6858000"/>
          </a:xfrm>
          <a:solidFill>
            <a:schemeClr val="bg2"/>
          </a:solidFill>
        </p:spPr>
        <p:txBody>
          <a:bodyPr tIns="1554480"/>
          <a:lstStyle>
            <a:lvl1pPr algn="ctr">
              <a:defRPr/>
            </a:lvl1pPr>
          </a:lstStyle>
          <a:p>
            <a:r>
              <a:rPr lang="en-US"/>
              <a:t>Click icon to add picture</a:t>
            </a:r>
            <a:endParaRPr lang="en-US" dirty="0"/>
          </a:p>
        </p:txBody>
      </p:sp>
      <p:sp>
        <p:nvSpPr>
          <p:cNvPr id="4" name="Title 1">
            <a:extLst>
              <a:ext uri="{FF2B5EF4-FFF2-40B4-BE49-F238E27FC236}">
                <a16:creationId xmlns:a16="http://schemas.microsoft.com/office/drawing/2014/main" id="{9E03C5ED-E0DF-61C8-7A95-440C9FF7F1FA}"/>
              </a:ext>
            </a:extLst>
          </p:cNvPr>
          <p:cNvSpPr>
            <a:spLocks noGrp="1"/>
          </p:cNvSpPr>
          <p:nvPr>
            <p:ph type="title"/>
          </p:nvPr>
        </p:nvSpPr>
        <p:spPr>
          <a:xfrm>
            <a:off x="5188305" y="367777"/>
            <a:ext cx="6635395" cy="917574"/>
          </a:xfrm>
        </p:spPr>
        <p:txBody>
          <a:bodyPr/>
          <a:lstStyle>
            <a:lvl1pPr>
              <a:defRPr sz="40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D3BCDA1-5DA8-C359-F2B1-BC10C803662B}"/>
              </a:ext>
            </a:extLst>
          </p:cNvPr>
          <p:cNvSpPr>
            <a:spLocks noGrp="1"/>
          </p:cNvSpPr>
          <p:nvPr>
            <p:ph idx="1"/>
          </p:nvPr>
        </p:nvSpPr>
        <p:spPr>
          <a:xfrm>
            <a:off x="5188306" y="1930138"/>
            <a:ext cx="6635394" cy="4042037"/>
          </a:xfrm>
        </p:spPr>
        <p:txBody>
          <a:bodyPr/>
          <a:lstStyle>
            <a:lvl1pPr marL="166688" indent="-166688">
              <a:lnSpc>
                <a:spcPct val="125000"/>
              </a:lnSpc>
              <a:buFont typeface="Arial" panose="020B0604020202020204" pitchFamily="34" charset="0"/>
              <a:buChar char="•"/>
              <a:defRPr sz="1600" b="0">
                <a:latin typeface="+mn-lt"/>
              </a:defRPr>
            </a:lvl1pPr>
            <a:lvl2pPr marL="346075" indent="-179388">
              <a:buFont typeface="Georgia" panose="02040502050405020303" pitchFamily="18" charset="0"/>
              <a:buChar char="–"/>
              <a:defRPr/>
            </a:lvl2pPr>
            <a:lvl3pPr marL="512763" indent="-166688">
              <a:defRPr/>
            </a:lvl3pPr>
            <a:lvl4pPr marL="692150" indent="-179388">
              <a:defRPr/>
            </a:lvl4pPr>
            <a:lvl5pPr marL="858838" indent="-166688">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extBox 8">
            <a:extLst>
              <a:ext uri="{FF2B5EF4-FFF2-40B4-BE49-F238E27FC236}">
                <a16:creationId xmlns:a16="http://schemas.microsoft.com/office/drawing/2014/main" id="{66FD55F7-3664-B826-100E-876C20C01969}"/>
              </a:ext>
            </a:extLst>
          </p:cNvPr>
          <p:cNvSpPr txBox="1"/>
          <p:nvPr userDrawn="1"/>
        </p:nvSpPr>
        <p:spPr>
          <a:xfrm>
            <a:off x="6157913" y="6497441"/>
            <a:ext cx="431483" cy="161583"/>
          </a:xfrm>
          <a:prstGeom prst="rect">
            <a:avLst/>
          </a:prstGeom>
          <a:noFill/>
        </p:spPr>
        <p:txBody>
          <a:bodyPr wrap="square" lIns="0" tIns="0" rIns="0" bIns="0" rtlCol="0">
            <a:spAutoFit/>
          </a:bodyPr>
          <a:lstStyle/>
          <a:p>
            <a:pPr algn="l"/>
            <a:r>
              <a:rPr lang="en-US" sz="1050" b="1" dirty="0">
                <a:solidFill>
                  <a:schemeClr val="tx1"/>
                </a:solidFill>
              </a:rPr>
              <a:t>PwC</a:t>
            </a:r>
          </a:p>
        </p:txBody>
      </p:sp>
      <p:sp>
        <p:nvSpPr>
          <p:cNvPr id="6" name="Footer Placeholder 4">
            <a:extLst>
              <a:ext uri="{FF2B5EF4-FFF2-40B4-BE49-F238E27FC236}">
                <a16:creationId xmlns:a16="http://schemas.microsoft.com/office/drawing/2014/main" id="{14885F81-E071-1548-5442-718A5D278509}"/>
              </a:ext>
            </a:extLst>
          </p:cNvPr>
          <p:cNvSpPr>
            <a:spLocks noGrp="1"/>
          </p:cNvSpPr>
          <p:nvPr>
            <p:ph type="ftr" sz="quarter" idx="3"/>
          </p:nvPr>
        </p:nvSpPr>
        <p:spPr>
          <a:xfrm>
            <a:off x="6640116" y="6497441"/>
            <a:ext cx="4663440"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endParaRPr lang="en-US" dirty="0"/>
          </a:p>
        </p:txBody>
      </p:sp>
      <p:sp>
        <p:nvSpPr>
          <p:cNvPr id="2" name="Slide Number Placeholder 13">
            <a:extLst>
              <a:ext uri="{FF2B5EF4-FFF2-40B4-BE49-F238E27FC236}">
                <a16:creationId xmlns:a16="http://schemas.microsoft.com/office/drawing/2014/main" id="{3BE7552A-3D06-4BDA-8BCC-BB2CCD97B459}"/>
              </a:ext>
            </a:extLst>
          </p:cNvPr>
          <p:cNvSpPr>
            <a:spLocks noGrp="1"/>
          </p:cNvSpPr>
          <p:nvPr>
            <p:ph type="sldNum" sz="quarter" idx="4"/>
          </p:nvPr>
        </p:nvSpPr>
        <p:spPr>
          <a:xfrm>
            <a:off x="11526043" y="6491859"/>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spTree>
    <p:extLst>
      <p:ext uri="{BB962C8B-B14F-4D97-AF65-F5344CB8AC3E}">
        <p14:creationId xmlns:p14="http://schemas.microsoft.com/office/powerpoint/2010/main" val="3742257872"/>
      </p:ext>
    </p:extLst>
  </p:cSld>
  <p:clrMapOvr>
    <a:masterClrMapping/>
  </p:clrMapOvr>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Photo 5">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9E03C5ED-E0DF-61C8-7A95-440C9FF7F1FA}"/>
              </a:ext>
            </a:extLst>
          </p:cNvPr>
          <p:cNvSpPr>
            <a:spLocks noGrp="1"/>
          </p:cNvSpPr>
          <p:nvPr>
            <p:ph type="title"/>
          </p:nvPr>
        </p:nvSpPr>
        <p:spPr>
          <a:xfrm>
            <a:off x="369646" y="373156"/>
            <a:ext cx="4274253" cy="1428750"/>
          </a:xfrm>
        </p:spPr>
        <p:txBody>
          <a:bodyPr/>
          <a:lstStyle>
            <a:lvl1pPr>
              <a:defRPr sz="4000"/>
            </a:lvl1pPr>
          </a:lstStyle>
          <a:p>
            <a:r>
              <a:rPr lang="en-US"/>
              <a:t>Click to edit Master title style</a:t>
            </a:r>
            <a:endParaRPr lang="en-US" dirty="0"/>
          </a:p>
        </p:txBody>
      </p:sp>
      <p:sp>
        <p:nvSpPr>
          <p:cNvPr id="8" name="Picture Placeholder 14">
            <a:extLst>
              <a:ext uri="{FF2B5EF4-FFF2-40B4-BE49-F238E27FC236}">
                <a16:creationId xmlns:a16="http://schemas.microsoft.com/office/drawing/2014/main" id="{239A05D4-BAD9-49A7-3229-41686BA7F455}"/>
              </a:ext>
              <a:ext uri="{C183D7F6-B498-43B3-948B-1728B52AA6E4}">
                <adec:decorative xmlns:adec="http://schemas.microsoft.com/office/drawing/2017/decorative" val="1"/>
              </a:ext>
            </a:extLst>
          </p:cNvPr>
          <p:cNvSpPr>
            <a:spLocks noGrp="1"/>
          </p:cNvSpPr>
          <p:nvPr>
            <p:ph type="pic" sz="quarter" idx="11"/>
          </p:nvPr>
        </p:nvSpPr>
        <p:spPr>
          <a:xfrm>
            <a:off x="369646" y="1956003"/>
            <a:ext cx="4274253" cy="3982835"/>
          </a:xfrm>
          <a:solidFill>
            <a:schemeClr val="bg2"/>
          </a:solidFill>
        </p:spPr>
        <p:txBody>
          <a:bodyPr tIns="1554480"/>
          <a:lstStyle>
            <a:lvl1pPr algn="ctr">
              <a:defRPr/>
            </a:lvl1pPr>
          </a:lstStyle>
          <a:p>
            <a:r>
              <a:rPr lang="en-US"/>
              <a:t>Click icon to add picture</a:t>
            </a:r>
            <a:endParaRPr lang="en-US" dirty="0"/>
          </a:p>
        </p:txBody>
      </p:sp>
      <p:sp>
        <p:nvSpPr>
          <p:cNvPr id="3" name="Content Placeholder 2">
            <a:extLst>
              <a:ext uri="{FF2B5EF4-FFF2-40B4-BE49-F238E27FC236}">
                <a16:creationId xmlns:a16="http://schemas.microsoft.com/office/drawing/2014/main" id="{9D3BCDA1-5DA8-C359-F2B1-BC10C803662B}"/>
              </a:ext>
            </a:extLst>
          </p:cNvPr>
          <p:cNvSpPr>
            <a:spLocks noGrp="1"/>
          </p:cNvSpPr>
          <p:nvPr>
            <p:ph idx="1"/>
          </p:nvPr>
        </p:nvSpPr>
        <p:spPr>
          <a:xfrm>
            <a:off x="5188305" y="367777"/>
            <a:ext cx="6635395" cy="5604398"/>
          </a:xfrm>
        </p:spPr>
        <p:txBody>
          <a:bodyPr/>
          <a:lstStyle>
            <a:lvl1pPr marL="166688" indent="-166688">
              <a:lnSpc>
                <a:spcPct val="125000"/>
              </a:lnSpc>
              <a:buFont typeface="Arial" panose="020B0604020202020204" pitchFamily="34" charset="0"/>
              <a:buChar char="•"/>
              <a:defRPr sz="1600" b="0">
                <a:latin typeface="+mn-lt"/>
              </a:defRPr>
            </a:lvl1pPr>
            <a:lvl2pPr marL="346075" indent="-179388">
              <a:buFont typeface="Georgia" panose="02040502050405020303" pitchFamily="18" charset="0"/>
              <a:buChar char="–"/>
              <a:defRPr/>
            </a:lvl2pPr>
            <a:lvl3pPr marL="512763" indent="-166688">
              <a:defRPr/>
            </a:lvl3pPr>
            <a:lvl4pPr marL="692150" indent="-179388">
              <a:defRPr/>
            </a:lvl4pPr>
            <a:lvl5pPr marL="858838" indent="-166688">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4">
            <a:extLst>
              <a:ext uri="{FF2B5EF4-FFF2-40B4-BE49-F238E27FC236}">
                <a16:creationId xmlns:a16="http://schemas.microsoft.com/office/drawing/2014/main" id="{E38019E0-279D-A4EC-36F3-E0B1A717FCF6}"/>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endParaRPr lang="en-US" dirty="0"/>
          </a:p>
        </p:txBody>
      </p:sp>
      <p:sp>
        <p:nvSpPr>
          <p:cNvPr id="7" name="Slide Number Placeholder 13">
            <a:extLst>
              <a:ext uri="{FF2B5EF4-FFF2-40B4-BE49-F238E27FC236}">
                <a16:creationId xmlns:a16="http://schemas.microsoft.com/office/drawing/2014/main" id="{B8872EE6-00EE-7E3B-FF0A-4031AD0A1F41}"/>
              </a:ext>
            </a:extLst>
          </p:cNvPr>
          <p:cNvSpPr>
            <a:spLocks noGrp="1"/>
          </p:cNvSpPr>
          <p:nvPr>
            <p:ph type="sldNum" sz="quarter" idx="4"/>
          </p:nvPr>
        </p:nvSpPr>
        <p:spPr>
          <a:xfrm>
            <a:off x="11526043" y="6491859"/>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spTree>
    <p:extLst>
      <p:ext uri="{BB962C8B-B14F-4D97-AF65-F5344CB8AC3E}">
        <p14:creationId xmlns:p14="http://schemas.microsoft.com/office/powerpoint/2010/main" val="3077211192"/>
      </p:ext>
    </p:extLst>
  </p:cSld>
  <p:clrMapOvr>
    <a:masterClrMapping/>
  </p:clrMapOvr>
  <p:extLst>
    <p:ext uri="{DCECCB84-F9BA-43D5-87BE-67443E8EF086}">
      <p15:sldGuideLst xmlns:p15="http://schemas.microsoft.com/office/powerpoint/2012/main"/>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D36A14-ADD8-5266-1DE1-0BDFE2DFE348}"/>
              </a:ext>
            </a:extLst>
          </p:cNvPr>
          <p:cNvSpPr>
            <a:spLocks noGrp="1"/>
          </p:cNvSpPr>
          <p:nvPr>
            <p:ph type="title"/>
          </p:nvPr>
        </p:nvSpPr>
        <p:spPr>
          <a:xfrm>
            <a:off x="392294" y="2699173"/>
            <a:ext cx="4182718" cy="2492990"/>
          </a:xfrm>
        </p:spPr>
        <p:txBody>
          <a:bodyPr wrap="square" anchor="b" anchorCtr="0">
            <a:spAutoFit/>
          </a:bodyPr>
          <a:lstStyle>
            <a:lvl1pPr>
              <a:defRPr sz="6000" b="0">
                <a:solidFill>
                  <a:schemeClr val="tx1"/>
                </a:solidFill>
              </a:defRPr>
            </a:lvl1pPr>
          </a:lstStyle>
          <a:p>
            <a:r>
              <a:rPr lang="en-US"/>
              <a:t>Click to edit Master title style</a:t>
            </a:r>
            <a:endParaRPr lang="en-US" dirty="0"/>
          </a:p>
        </p:txBody>
      </p:sp>
      <p:sp>
        <p:nvSpPr>
          <p:cNvPr id="7" name="Table Placeholder 6">
            <a:extLst>
              <a:ext uri="{FF2B5EF4-FFF2-40B4-BE49-F238E27FC236}">
                <a16:creationId xmlns:a16="http://schemas.microsoft.com/office/drawing/2014/main" id="{D73A66C0-F670-A68E-E8AB-864BA888682B}"/>
              </a:ext>
            </a:extLst>
          </p:cNvPr>
          <p:cNvSpPr>
            <a:spLocks noGrp="1"/>
          </p:cNvSpPr>
          <p:nvPr>
            <p:ph type="tbl" sz="quarter" idx="10"/>
          </p:nvPr>
        </p:nvSpPr>
        <p:spPr>
          <a:xfrm>
            <a:off x="5188180" y="772547"/>
            <a:ext cx="6635520" cy="3227953"/>
          </a:xfrm>
        </p:spPr>
        <p:txBody>
          <a:bodyPr tIns="457200"/>
          <a:lstStyle>
            <a:lvl1pPr algn="ctr">
              <a:defRPr sz="1800"/>
            </a:lvl1pPr>
          </a:lstStyle>
          <a:p>
            <a:r>
              <a:rPr lang="en-US"/>
              <a:t>Click icon to add table</a:t>
            </a:r>
            <a:endParaRPr lang="en-US" dirty="0"/>
          </a:p>
        </p:txBody>
      </p:sp>
      <p:sp>
        <p:nvSpPr>
          <p:cNvPr id="3" name="Footer Placeholder 4">
            <a:extLst>
              <a:ext uri="{FF2B5EF4-FFF2-40B4-BE49-F238E27FC236}">
                <a16:creationId xmlns:a16="http://schemas.microsoft.com/office/drawing/2014/main" id="{65C0038A-3A68-0DB9-64FC-6F889D75D388}"/>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endParaRPr lang="en-US" dirty="0"/>
          </a:p>
        </p:txBody>
      </p:sp>
      <p:sp>
        <p:nvSpPr>
          <p:cNvPr id="6" name="Slide Number Placeholder 13">
            <a:extLst>
              <a:ext uri="{FF2B5EF4-FFF2-40B4-BE49-F238E27FC236}">
                <a16:creationId xmlns:a16="http://schemas.microsoft.com/office/drawing/2014/main" id="{97BC8435-1364-314D-C920-74E9DEDB1E4C}"/>
              </a:ext>
            </a:extLst>
          </p:cNvPr>
          <p:cNvSpPr>
            <a:spLocks noGrp="1"/>
          </p:cNvSpPr>
          <p:nvPr>
            <p:ph type="sldNum" sz="quarter" idx="4"/>
          </p:nvPr>
        </p:nvSpPr>
        <p:spPr>
          <a:xfrm>
            <a:off x="11526043" y="6491859"/>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spTree>
    <p:extLst>
      <p:ext uri="{BB962C8B-B14F-4D97-AF65-F5344CB8AC3E}">
        <p14:creationId xmlns:p14="http://schemas.microsoft.com/office/powerpoint/2010/main" val="1537185706"/>
      </p:ext>
    </p:extLst>
  </p:cSld>
  <p:clrMapOvr>
    <a:masterClrMapping/>
  </p:clrMapOvr>
  <p:extLst>
    <p:ext uri="{DCECCB84-F9BA-43D5-87BE-67443E8EF086}">
      <p15:sldGuideLst xmlns:p15="http://schemas.microsoft.com/office/powerpoint/2012/main"/>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Agenda 2">
    <p:bg>
      <p:bgPr>
        <a:solidFill>
          <a:srgbClr val="FFE8D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D36A14-ADD8-5266-1DE1-0BDFE2DFE348}"/>
              </a:ext>
            </a:extLst>
          </p:cNvPr>
          <p:cNvSpPr>
            <a:spLocks noGrp="1"/>
          </p:cNvSpPr>
          <p:nvPr>
            <p:ph type="title"/>
          </p:nvPr>
        </p:nvSpPr>
        <p:spPr>
          <a:xfrm>
            <a:off x="392294" y="2697480"/>
            <a:ext cx="4182718" cy="2492990"/>
          </a:xfrm>
        </p:spPr>
        <p:txBody>
          <a:bodyPr wrap="square" anchor="b" anchorCtr="0">
            <a:spAutoFit/>
          </a:bodyPr>
          <a:lstStyle>
            <a:lvl1pPr>
              <a:defRPr sz="6000" b="0">
                <a:solidFill>
                  <a:schemeClr val="tx1"/>
                </a:solidFill>
              </a:defRPr>
            </a:lvl1pPr>
          </a:lstStyle>
          <a:p>
            <a:r>
              <a:rPr lang="en-US"/>
              <a:t>Click to edit Master title style</a:t>
            </a:r>
            <a:endParaRPr lang="en-US" dirty="0"/>
          </a:p>
        </p:txBody>
      </p:sp>
      <p:sp>
        <p:nvSpPr>
          <p:cNvPr id="4" name="Footer Placeholder 4">
            <a:extLst>
              <a:ext uri="{FF2B5EF4-FFF2-40B4-BE49-F238E27FC236}">
                <a16:creationId xmlns:a16="http://schemas.microsoft.com/office/drawing/2014/main" id="{EE189DEE-6989-9A74-BDE8-CA73B91086F4}"/>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endParaRPr lang="en-US" dirty="0"/>
          </a:p>
        </p:txBody>
      </p:sp>
      <p:sp>
        <p:nvSpPr>
          <p:cNvPr id="7" name="Slide Number Placeholder 13">
            <a:extLst>
              <a:ext uri="{FF2B5EF4-FFF2-40B4-BE49-F238E27FC236}">
                <a16:creationId xmlns:a16="http://schemas.microsoft.com/office/drawing/2014/main" id="{6DE5500C-FE6E-579B-63C3-09F6ADCF909F}"/>
              </a:ext>
            </a:extLst>
          </p:cNvPr>
          <p:cNvSpPr>
            <a:spLocks noGrp="1"/>
          </p:cNvSpPr>
          <p:nvPr>
            <p:ph type="sldNum" sz="quarter" idx="4"/>
          </p:nvPr>
        </p:nvSpPr>
        <p:spPr>
          <a:xfrm>
            <a:off x="11526043" y="6491859"/>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sp>
        <p:nvSpPr>
          <p:cNvPr id="8" name="Text Placeholder 8">
            <a:extLst>
              <a:ext uri="{FF2B5EF4-FFF2-40B4-BE49-F238E27FC236}">
                <a16:creationId xmlns:a16="http://schemas.microsoft.com/office/drawing/2014/main" id="{DD78BEAF-F2F8-DC26-B864-8F8182138069}"/>
              </a:ext>
            </a:extLst>
          </p:cNvPr>
          <p:cNvSpPr>
            <a:spLocks noGrp="1"/>
          </p:cNvSpPr>
          <p:nvPr>
            <p:ph type="body" sz="quarter" idx="12"/>
          </p:nvPr>
        </p:nvSpPr>
        <p:spPr>
          <a:xfrm>
            <a:off x="5188181" y="781004"/>
            <a:ext cx="5670320" cy="3219495"/>
          </a:xfrm>
        </p:spPr>
        <p:txBody>
          <a:bodyPr tIns="73152"/>
          <a:lstStyle>
            <a:lvl1pPr marL="647700" indent="-552450">
              <a:lnSpc>
                <a:spcPct val="100000"/>
              </a:lnSpc>
              <a:spcBef>
                <a:spcPts val="500"/>
              </a:spcBef>
              <a:spcAft>
                <a:spcPts val="500"/>
              </a:spcAft>
              <a:tabLst/>
              <a:defRPr sz="2800" b="0">
                <a:latin typeface="+mj-lt"/>
              </a:defRPr>
            </a:lvl1pPr>
            <a:lvl2pPr marL="690563" indent="-573088">
              <a:lnSpc>
                <a:spcPct val="100000"/>
              </a:lnSpc>
              <a:spcBef>
                <a:spcPts val="0"/>
              </a:spcBef>
              <a:spcAft>
                <a:spcPts val="0"/>
              </a:spcAft>
              <a:tabLst/>
              <a:defRPr sz="2800"/>
            </a:lvl2pPr>
          </a:lstStyle>
          <a:p>
            <a:pPr lvl="0"/>
            <a:r>
              <a:rPr lang="en-US"/>
              <a:t>Click to edit Master text styles</a:t>
            </a:r>
          </a:p>
        </p:txBody>
      </p:sp>
    </p:spTree>
    <p:extLst>
      <p:ext uri="{BB962C8B-B14F-4D97-AF65-F5344CB8AC3E}">
        <p14:creationId xmlns:p14="http://schemas.microsoft.com/office/powerpoint/2010/main" val="1703684487"/>
      </p:ext>
    </p:extLst>
  </p:cSld>
  <p:clrMapOvr>
    <a:masterClrMapping/>
  </p:clrMapOvr>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Agenda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D36A14-ADD8-5266-1DE1-0BDFE2DFE348}"/>
              </a:ext>
            </a:extLst>
          </p:cNvPr>
          <p:cNvSpPr>
            <a:spLocks noGrp="1"/>
          </p:cNvSpPr>
          <p:nvPr>
            <p:ph type="title"/>
          </p:nvPr>
        </p:nvSpPr>
        <p:spPr>
          <a:xfrm>
            <a:off x="392294" y="2697480"/>
            <a:ext cx="4182718" cy="2492990"/>
          </a:xfrm>
        </p:spPr>
        <p:txBody>
          <a:bodyPr wrap="square" anchor="b" anchorCtr="0">
            <a:spAutoFit/>
          </a:bodyPr>
          <a:lstStyle>
            <a:lvl1pPr>
              <a:defRPr sz="6000" b="0">
                <a:solidFill>
                  <a:schemeClr val="tx1"/>
                </a:solidFill>
              </a:defRPr>
            </a:lvl1pPr>
          </a:lstStyle>
          <a:p>
            <a:r>
              <a:rPr lang="en-US"/>
              <a:t>Click to edit Master title style</a:t>
            </a:r>
            <a:endParaRPr lang="en-US" dirty="0"/>
          </a:p>
        </p:txBody>
      </p:sp>
      <p:sp>
        <p:nvSpPr>
          <p:cNvPr id="7" name="Table Placeholder 6">
            <a:extLst>
              <a:ext uri="{FF2B5EF4-FFF2-40B4-BE49-F238E27FC236}">
                <a16:creationId xmlns:a16="http://schemas.microsoft.com/office/drawing/2014/main" id="{D73A66C0-F670-A68E-E8AB-864BA888682B}"/>
              </a:ext>
            </a:extLst>
          </p:cNvPr>
          <p:cNvSpPr>
            <a:spLocks noGrp="1"/>
          </p:cNvSpPr>
          <p:nvPr>
            <p:ph type="tbl" sz="quarter" idx="10"/>
          </p:nvPr>
        </p:nvSpPr>
        <p:spPr>
          <a:xfrm>
            <a:off x="3022340" y="781329"/>
            <a:ext cx="4324869" cy="2685354"/>
          </a:xfrm>
        </p:spPr>
        <p:txBody>
          <a:bodyPr tIns="457200"/>
          <a:lstStyle>
            <a:lvl1pPr algn="ctr">
              <a:defRPr sz="1800"/>
            </a:lvl1pPr>
          </a:lstStyle>
          <a:p>
            <a:r>
              <a:rPr lang="en-US"/>
              <a:t>Click icon to add table</a:t>
            </a:r>
            <a:endParaRPr lang="en-US" dirty="0"/>
          </a:p>
        </p:txBody>
      </p:sp>
      <p:sp>
        <p:nvSpPr>
          <p:cNvPr id="6" name="Table Placeholder 6">
            <a:extLst>
              <a:ext uri="{FF2B5EF4-FFF2-40B4-BE49-F238E27FC236}">
                <a16:creationId xmlns:a16="http://schemas.microsoft.com/office/drawing/2014/main" id="{CE0852A2-F289-0299-38DA-54988A9CF403}"/>
              </a:ext>
            </a:extLst>
          </p:cNvPr>
          <p:cNvSpPr>
            <a:spLocks noGrp="1"/>
          </p:cNvSpPr>
          <p:nvPr>
            <p:ph type="tbl" sz="quarter" idx="11"/>
          </p:nvPr>
        </p:nvSpPr>
        <p:spPr>
          <a:xfrm>
            <a:off x="7491579" y="781329"/>
            <a:ext cx="4324869" cy="2685354"/>
          </a:xfrm>
        </p:spPr>
        <p:txBody>
          <a:bodyPr tIns="457200"/>
          <a:lstStyle>
            <a:lvl1pPr algn="ctr">
              <a:defRPr sz="1800"/>
            </a:lvl1pPr>
          </a:lstStyle>
          <a:p>
            <a:r>
              <a:rPr lang="en-US"/>
              <a:t>Click icon to add table</a:t>
            </a:r>
            <a:endParaRPr lang="en-US" dirty="0"/>
          </a:p>
        </p:txBody>
      </p:sp>
      <p:sp>
        <p:nvSpPr>
          <p:cNvPr id="3" name="Footer Placeholder 4">
            <a:extLst>
              <a:ext uri="{FF2B5EF4-FFF2-40B4-BE49-F238E27FC236}">
                <a16:creationId xmlns:a16="http://schemas.microsoft.com/office/drawing/2014/main" id="{8D3D9662-5F2D-57D9-7407-78275144A67E}"/>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endParaRPr lang="en-US" dirty="0"/>
          </a:p>
        </p:txBody>
      </p:sp>
      <p:sp>
        <p:nvSpPr>
          <p:cNvPr id="8" name="Slide Number Placeholder 13">
            <a:extLst>
              <a:ext uri="{FF2B5EF4-FFF2-40B4-BE49-F238E27FC236}">
                <a16:creationId xmlns:a16="http://schemas.microsoft.com/office/drawing/2014/main" id="{417BEBC1-805D-DD3E-7FB7-E733D35B8EFF}"/>
              </a:ext>
            </a:extLst>
          </p:cNvPr>
          <p:cNvSpPr>
            <a:spLocks noGrp="1"/>
          </p:cNvSpPr>
          <p:nvPr>
            <p:ph type="sldNum" sz="quarter" idx="4"/>
          </p:nvPr>
        </p:nvSpPr>
        <p:spPr>
          <a:xfrm>
            <a:off x="11526043" y="6491859"/>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spTree>
    <p:extLst>
      <p:ext uri="{BB962C8B-B14F-4D97-AF65-F5344CB8AC3E}">
        <p14:creationId xmlns:p14="http://schemas.microsoft.com/office/powerpoint/2010/main" val="2929765161"/>
      </p:ext>
    </p:extLst>
  </p:cSld>
  <p:clrMapOvr>
    <a:masterClrMapping/>
  </p:clrMapOvr>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Agenda 4">
    <p:bg>
      <p:bgPr>
        <a:solidFill>
          <a:srgbClr val="FFE8D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D36A14-ADD8-5266-1DE1-0BDFE2DFE348}"/>
              </a:ext>
            </a:extLst>
          </p:cNvPr>
          <p:cNvSpPr>
            <a:spLocks noGrp="1"/>
          </p:cNvSpPr>
          <p:nvPr>
            <p:ph type="title"/>
          </p:nvPr>
        </p:nvSpPr>
        <p:spPr>
          <a:xfrm>
            <a:off x="392294" y="2697480"/>
            <a:ext cx="4182718" cy="2492990"/>
          </a:xfrm>
        </p:spPr>
        <p:txBody>
          <a:bodyPr wrap="square" anchor="b" anchorCtr="0">
            <a:spAutoFit/>
          </a:bodyPr>
          <a:lstStyle>
            <a:lvl1pPr>
              <a:defRPr sz="6000" b="0">
                <a:solidFill>
                  <a:schemeClr val="tx1"/>
                </a:solidFill>
              </a:defRPr>
            </a:lvl1pPr>
          </a:lstStyle>
          <a:p>
            <a:r>
              <a:rPr lang="en-US"/>
              <a:t>Click to edit Master title style</a:t>
            </a:r>
            <a:endParaRPr lang="en-US" dirty="0"/>
          </a:p>
        </p:txBody>
      </p:sp>
      <p:sp>
        <p:nvSpPr>
          <p:cNvPr id="3" name="Footer Placeholder 4">
            <a:extLst>
              <a:ext uri="{FF2B5EF4-FFF2-40B4-BE49-F238E27FC236}">
                <a16:creationId xmlns:a16="http://schemas.microsoft.com/office/drawing/2014/main" id="{0EEDD237-2AD5-3154-E113-01E98DC0986B}"/>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endParaRPr lang="en-US" dirty="0"/>
          </a:p>
        </p:txBody>
      </p:sp>
      <p:sp>
        <p:nvSpPr>
          <p:cNvPr id="8" name="Slide Number Placeholder 13">
            <a:extLst>
              <a:ext uri="{FF2B5EF4-FFF2-40B4-BE49-F238E27FC236}">
                <a16:creationId xmlns:a16="http://schemas.microsoft.com/office/drawing/2014/main" id="{C3079065-EEA7-BD3F-374F-2BD4FA174130}"/>
              </a:ext>
            </a:extLst>
          </p:cNvPr>
          <p:cNvSpPr>
            <a:spLocks noGrp="1"/>
          </p:cNvSpPr>
          <p:nvPr>
            <p:ph type="sldNum" sz="quarter" idx="4"/>
          </p:nvPr>
        </p:nvSpPr>
        <p:spPr>
          <a:xfrm>
            <a:off x="11526043" y="6491859"/>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sp>
        <p:nvSpPr>
          <p:cNvPr id="13" name="Text Placeholder 8">
            <a:extLst>
              <a:ext uri="{FF2B5EF4-FFF2-40B4-BE49-F238E27FC236}">
                <a16:creationId xmlns:a16="http://schemas.microsoft.com/office/drawing/2014/main" id="{D9EB10B1-191A-630B-CAE5-F7CB250CA41E}"/>
              </a:ext>
            </a:extLst>
          </p:cNvPr>
          <p:cNvSpPr>
            <a:spLocks noGrp="1"/>
          </p:cNvSpPr>
          <p:nvPr>
            <p:ph type="body" sz="quarter" idx="12"/>
          </p:nvPr>
        </p:nvSpPr>
        <p:spPr>
          <a:xfrm>
            <a:off x="3171949" y="890680"/>
            <a:ext cx="4224722" cy="2589534"/>
          </a:xfrm>
        </p:spPr>
        <p:txBody>
          <a:bodyPr lIns="91440"/>
          <a:lstStyle>
            <a:lvl1pPr marL="292608" indent="-573088">
              <a:lnSpc>
                <a:spcPct val="100000"/>
              </a:lnSpc>
              <a:spcBef>
                <a:spcPts val="700"/>
              </a:spcBef>
              <a:spcAft>
                <a:spcPts val="700"/>
              </a:spcAft>
              <a:tabLst/>
              <a:defRPr sz="1800" b="0">
                <a:latin typeface="+mj-lt"/>
              </a:defRPr>
            </a:lvl1pPr>
            <a:lvl2pPr marL="690563" indent="-573088">
              <a:lnSpc>
                <a:spcPct val="100000"/>
              </a:lnSpc>
              <a:spcBef>
                <a:spcPts val="0"/>
              </a:spcBef>
              <a:spcAft>
                <a:spcPts val="0"/>
              </a:spcAft>
              <a:tabLst/>
              <a:defRPr sz="2800"/>
            </a:lvl2pPr>
          </a:lstStyle>
          <a:p>
            <a:pPr lvl="0"/>
            <a:r>
              <a:rPr lang="en-US"/>
              <a:t>Click to edit Master text styles</a:t>
            </a:r>
          </a:p>
        </p:txBody>
      </p:sp>
      <p:sp>
        <p:nvSpPr>
          <p:cNvPr id="16" name="Text Placeholder 8">
            <a:extLst>
              <a:ext uri="{FF2B5EF4-FFF2-40B4-BE49-F238E27FC236}">
                <a16:creationId xmlns:a16="http://schemas.microsoft.com/office/drawing/2014/main" id="{FB735FB7-5411-F2F1-D974-F773B1B8360F}"/>
              </a:ext>
            </a:extLst>
          </p:cNvPr>
          <p:cNvSpPr>
            <a:spLocks noGrp="1"/>
          </p:cNvSpPr>
          <p:nvPr>
            <p:ph type="body" sz="quarter" idx="13"/>
          </p:nvPr>
        </p:nvSpPr>
        <p:spPr>
          <a:xfrm>
            <a:off x="7598978" y="890680"/>
            <a:ext cx="4224722" cy="2589534"/>
          </a:xfrm>
        </p:spPr>
        <p:txBody>
          <a:bodyPr lIns="91440"/>
          <a:lstStyle>
            <a:lvl1pPr marL="393192" indent="-676656">
              <a:lnSpc>
                <a:spcPct val="100000"/>
              </a:lnSpc>
              <a:spcBef>
                <a:spcPts val="700"/>
              </a:spcBef>
              <a:spcAft>
                <a:spcPts val="700"/>
              </a:spcAft>
              <a:tabLst>
                <a:tab pos="225425" algn="r"/>
              </a:tabLst>
              <a:defRPr sz="1800" b="0">
                <a:latin typeface="+mj-lt"/>
              </a:defRPr>
            </a:lvl1pPr>
            <a:lvl2pPr marL="690563" indent="-573088">
              <a:lnSpc>
                <a:spcPct val="100000"/>
              </a:lnSpc>
              <a:spcBef>
                <a:spcPts val="0"/>
              </a:spcBef>
              <a:spcAft>
                <a:spcPts val="0"/>
              </a:spcAft>
              <a:tabLst/>
              <a:defRPr sz="2800"/>
            </a:lvl2pPr>
          </a:lstStyle>
          <a:p>
            <a:pPr lvl="0"/>
            <a:r>
              <a:rPr lang="en-US"/>
              <a:t>Click to edit Master text styles</a:t>
            </a:r>
          </a:p>
        </p:txBody>
      </p:sp>
    </p:spTree>
    <p:extLst>
      <p:ext uri="{BB962C8B-B14F-4D97-AF65-F5344CB8AC3E}">
        <p14:creationId xmlns:p14="http://schemas.microsoft.com/office/powerpoint/2010/main" val="271251611"/>
      </p:ext>
    </p:extLst>
  </p:cSld>
  <p:clrMapOvr>
    <a:masterClrMapping/>
  </p:clrMapOvr>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One Content">
    <p:spTree>
      <p:nvGrpSpPr>
        <p:cNvPr id="1" name=""/>
        <p:cNvGrpSpPr/>
        <p:nvPr/>
      </p:nvGrpSpPr>
      <p:grpSpPr>
        <a:xfrm>
          <a:off x="0" y="0"/>
          <a:ext cx="0" cy="0"/>
          <a:chOff x="0" y="0"/>
          <a:chExt cx="0" cy="0"/>
        </a:xfrm>
      </p:grpSpPr>
      <p:sp>
        <p:nvSpPr>
          <p:cNvPr id="3" name="Footer Placeholder 4">
            <a:extLst>
              <a:ext uri="{FF2B5EF4-FFF2-40B4-BE49-F238E27FC236}">
                <a16:creationId xmlns:a16="http://schemas.microsoft.com/office/drawing/2014/main" id="{4C6EFB28-C390-D7A6-7D24-D312EAB54677}"/>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endParaRPr lang="en-US" dirty="0"/>
          </a:p>
        </p:txBody>
      </p:sp>
      <p:sp>
        <p:nvSpPr>
          <p:cNvPr id="6" name="Slide Number Placeholder 13">
            <a:extLst>
              <a:ext uri="{FF2B5EF4-FFF2-40B4-BE49-F238E27FC236}">
                <a16:creationId xmlns:a16="http://schemas.microsoft.com/office/drawing/2014/main" id="{B0DF1CAE-AD0F-3704-E516-EFF052A2880B}"/>
              </a:ext>
            </a:extLst>
          </p:cNvPr>
          <p:cNvSpPr>
            <a:spLocks noGrp="1"/>
          </p:cNvSpPr>
          <p:nvPr>
            <p:ph type="sldNum" sz="quarter" idx="4"/>
          </p:nvPr>
        </p:nvSpPr>
        <p:spPr>
          <a:xfrm>
            <a:off x="11526043" y="6491859"/>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sp>
        <p:nvSpPr>
          <p:cNvPr id="8" name="Content Placeholder 7">
            <a:extLst>
              <a:ext uri="{FF2B5EF4-FFF2-40B4-BE49-F238E27FC236}">
                <a16:creationId xmlns:a16="http://schemas.microsoft.com/office/drawing/2014/main" id="{09A13E53-F775-A736-E17E-0D3BA9C73AFD}"/>
              </a:ext>
            </a:extLst>
          </p:cNvPr>
          <p:cNvSpPr>
            <a:spLocks noGrp="1"/>
          </p:cNvSpPr>
          <p:nvPr>
            <p:ph sz="quarter" idx="10"/>
          </p:nvPr>
        </p:nvSpPr>
        <p:spPr>
          <a:xfrm>
            <a:off x="368300" y="1924050"/>
            <a:ext cx="6638925" cy="4048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0" name="Title 9">
            <a:extLst>
              <a:ext uri="{FF2B5EF4-FFF2-40B4-BE49-F238E27FC236}">
                <a16:creationId xmlns:a16="http://schemas.microsoft.com/office/drawing/2014/main" id="{8379B048-01BA-296A-05B7-D40EDFD37263}"/>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1572818689"/>
      </p:ext>
    </p:extLst>
  </p:cSld>
  <p:clrMapOvr>
    <a:masterClrMapping/>
  </p:clrMapOvr>
  <p:extLst>
    <p:ext uri="{DCECCB84-F9BA-43D5-87BE-67443E8EF086}">
      <p15:sldGuideLst xmlns:p15="http://schemas.microsoft.com/office/powerpoint/2012/main"/>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One Content Subtitle">
    <p:spTree>
      <p:nvGrpSpPr>
        <p:cNvPr id="1" name=""/>
        <p:cNvGrpSpPr/>
        <p:nvPr/>
      </p:nvGrpSpPr>
      <p:grpSpPr>
        <a:xfrm>
          <a:off x="0" y="0"/>
          <a:ext cx="0" cy="0"/>
          <a:chOff x="0" y="0"/>
          <a:chExt cx="0" cy="0"/>
        </a:xfrm>
      </p:grpSpPr>
      <p:sp>
        <p:nvSpPr>
          <p:cNvPr id="9" name="Title Placeholder 1">
            <a:extLst>
              <a:ext uri="{FF2B5EF4-FFF2-40B4-BE49-F238E27FC236}">
                <a16:creationId xmlns:a16="http://schemas.microsoft.com/office/drawing/2014/main" id="{0FCB0834-B748-0F65-C02A-23EC83C03DC2}"/>
              </a:ext>
            </a:extLst>
          </p:cNvPr>
          <p:cNvSpPr>
            <a:spLocks noGrp="1"/>
          </p:cNvSpPr>
          <p:nvPr>
            <p:ph type="title"/>
          </p:nvPr>
        </p:nvSpPr>
        <p:spPr>
          <a:xfrm>
            <a:off x="370062" y="370063"/>
            <a:ext cx="11453638" cy="404637"/>
          </a:xfrm>
          <a:prstGeom prst="rect">
            <a:avLst/>
          </a:prstGeom>
        </p:spPr>
        <p:txBody>
          <a:bodyPr vert="horz" lIns="0" tIns="0" rIns="0" bIns="0" rtlCol="0" anchor="t" anchorCtr="0">
            <a:noAutofit/>
          </a:bodyPr>
          <a:lstStyle/>
          <a:p>
            <a:r>
              <a:rPr lang="en-US"/>
              <a:t>Click to edit Master title style</a:t>
            </a:r>
            <a:endParaRPr lang="en-US" dirty="0"/>
          </a:p>
        </p:txBody>
      </p:sp>
      <p:sp>
        <p:nvSpPr>
          <p:cNvPr id="3" name="Footer Placeholder 4">
            <a:extLst>
              <a:ext uri="{FF2B5EF4-FFF2-40B4-BE49-F238E27FC236}">
                <a16:creationId xmlns:a16="http://schemas.microsoft.com/office/drawing/2014/main" id="{4C6EFB28-C390-D7A6-7D24-D312EAB54677}"/>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endParaRPr lang="en-US" dirty="0"/>
          </a:p>
        </p:txBody>
      </p:sp>
      <p:sp>
        <p:nvSpPr>
          <p:cNvPr id="6" name="Slide Number Placeholder 13">
            <a:extLst>
              <a:ext uri="{FF2B5EF4-FFF2-40B4-BE49-F238E27FC236}">
                <a16:creationId xmlns:a16="http://schemas.microsoft.com/office/drawing/2014/main" id="{B0DF1CAE-AD0F-3704-E516-EFF052A2880B}"/>
              </a:ext>
            </a:extLst>
          </p:cNvPr>
          <p:cNvSpPr>
            <a:spLocks noGrp="1"/>
          </p:cNvSpPr>
          <p:nvPr>
            <p:ph type="sldNum" sz="quarter" idx="4"/>
          </p:nvPr>
        </p:nvSpPr>
        <p:spPr>
          <a:xfrm>
            <a:off x="11526043" y="6491859"/>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sp>
        <p:nvSpPr>
          <p:cNvPr id="5" name="Text Placeholder 4">
            <a:extLst>
              <a:ext uri="{FF2B5EF4-FFF2-40B4-BE49-F238E27FC236}">
                <a16:creationId xmlns:a16="http://schemas.microsoft.com/office/drawing/2014/main" id="{51C9977E-07C7-6A42-E691-FD4699CEC98F}"/>
              </a:ext>
            </a:extLst>
          </p:cNvPr>
          <p:cNvSpPr>
            <a:spLocks noGrp="1"/>
          </p:cNvSpPr>
          <p:nvPr>
            <p:ph type="body" sz="quarter" idx="10"/>
          </p:nvPr>
        </p:nvSpPr>
        <p:spPr>
          <a:xfrm>
            <a:off x="369364" y="885381"/>
            <a:ext cx="11454336" cy="521144"/>
          </a:xfrm>
        </p:spPr>
        <p:txBody>
          <a:bodyPr/>
          <a:lstStyle>
            <a:lvl1pPr>
              <a:defRPr sz="1800"/>
            </a:lvl1pPr>
          </a:lstStyle>
          <a:p>
            <a:pPr lvl="0"/>
            <a:r>
              <a:rPr lang="en-US"/>
              <a:t>Click to edit Master text styles</a:t>
            </a:r>
          </a:p>
        </p:txBody>
      </p:sp>
      <p:sp>
        <p:nvSpPr>
          <p:cNvPr id="7" name="Content Placeholder 6">
            <a:extLst>
              <a:ext uri="{FF2B5EF4-FFF2-40B4-BE49-F238E27FC236}">
                <a16:creationId xmlns:a16="http://schemas.microsoft.com/office/drawing/2014/main" id="{090265C7-5AAC-0489-DEB2-CECC63DAC288}"/>
              </a:ext>
            </a:extLst>
          </p:cNvPr>
          <p:cNvSpPr>
            <a:spLocks noGrp="1"/>
          </p:cNvSpPr>
          <p:nvPr>
            <p:ph sz="quarter" idx="1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2722824348"/>
      </p:ext>
    </p:extLst>
  </p:cSld>
  <p:clrMapOvr>
    <a:masterClrMapping/>
  </p:clrMapOvr>
  <p:extLst>
    <p:ext uri="{DCECCB84-F9BA-43D5-87BE-67443E8EF086}">
      <p15:sldGuideLst xmlns:p15="http://schemas.microsoft.com/office/powerpoint/2012/main"/>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Footer Placeholder 4">
            <a:extLst>
              <a:ext uri="{FF2B5EF4-FFF2-40B4-BE49-F238E27FC236}">
                <a16:creationId xmlns:a16="http://schemas.microsoft.com/office/drawing/2014/main" id="{FB51044C-932D-8FC3-B3AB-1F32819D3877}"/>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endParaRPr lang="en-US" dirty="0"/>
          </a:p>
        </p:txBody>
      </p:sp>
      <p:sp>
        <p:nvSpPr>
          <p:cNvPr id="5" name="Slide Number Placeholder 13">
            <a:extLst>
              <a:ext uri="{FF2B5EF4-FFF2-40B4-BE49-F238E27FC236}">
                <a16:creationId xmlns:a16="http://schemas.microsoft.com/office/drawing/2014/main" id="{A24DD9E3-0BCC-FF96-2B5A-1C600C721A91}"/>
              </a:ext>
            </a:extLst>
          </p:cNvPr>
          <p:cNvSpPr>
            <a:spLocks noGrp="1"/>
          </p:cNvSpPr>
          <p:nvPr>
            <p:ph type="sldNum" sz="quarter" idx="4"/>
          </p:nvPr>
        </p:nvSpPr>
        <p:spPr>
          <a:xfrm>
            <a:off x="11526043" y="6491859"/>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sp>
        <p:nvSpPr>
          <p:cNvPr id="4" name="Content Placeholder 3">
            <a:extLst>
              <a:ext uri="{FF2B5EF4-FFF2-40B4-BE49-F238E27FC236}">
                <a16:creationId xmlns:a16="http://schemas.microsoft.com/office/drawing/2014/main" id="{A5CBFC34-8CB2-CC41-3972-5FC87B9BDCE6}"/>
              </a:ext>
            </a:extLst>
          </p:cNvPr>
          <p:cNvSpPr>
            <a:spLocks noGrp="1"/>
          </p:cNvSpPr>
          <p:nvPr>
            <p:ph sz="quarter" idx="10"/>
          </p:nvPr>
        </p:nvSpPr>
        <p:spPr>
          <a:xfrm>
            <a:off x="369888" y="1924050"/>
            <a:ext cx="5285403" cy="4048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Content Placeholder 6">
            <a:extLst>
              <a:ext uri="{FF2B5EF4-FFF2-40B4-BE49-F238E27FC236}">
                <a16:creationId xmlns:a16="http://schemas.microsoft.com/office/drawing/2014/main" id="{9F37A09F-4048-050A-FDB3-83EC9C37253B}"/>
              </a:ext>
            </a:extLst>
          </p:cNvPr>
          <p:cNvSpPr>
            <a:spLocks noGrp="1"/>
          </p:cNvSpPr>
          <p:nvPr>
            <p:ph sz="quarter" idx="11"/>
          </p:nvPr>
        </p:nvSpPr>
        <p:spPr>
          <a:xfrm>
            <a:off x="6149975" y="1924050"/>
            <a:ext cx="5285403" cy="4048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8" name="Title 7">
            <a:extLst>
              <a:ext uri="{FF2B5EF4-FFF2-40B4-BE49-F238E27FC236}">
                <a16:creationId xmlns:a16="http://schemas.microsoft.com/office/drawing/2014/main" id="{E24C1953-6774-4962-D21C-79F931E8AFE2}"/>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1005702451"/>
      </p:ext>
    </p:extLst>
  </p:cSld>
  <p:clrMapOvr>
    <a:masterClrMapping/>
  </p:clrMapOvr>
  <p:extLst>
    <p:ext uri="{DCECCB84-F9BA-43D5-87BE-67443E8EF086}">
      <p15:sldGuideLst xmlns:p15="http://schemas.microsoft.com/office/powerpoint/2012/main"/>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wo Content Subtitle">
    <p:spTree>
      <p:nvGrpSpPr>
        <p:cNvPr id="1" name=""/>
        <p:cNvGrpSpPr/>
        <p:nvPr/>
      </p:nvGrpSpPr>
      <p:grpSpPr>
        <a:xfrm>
          <a:off x="0" y="0"/>
          <a:ext cx="0" cy="0"/>
          <a:chOff x="0" y="0"/>
          <a:chExt cx="0" cy="0"/>
        </a:xfrm>
      </p:grpSpPr>
      <p:sp>
        <p:nvSpPr>
          <p:cNvPr id="11" name="Title Placeholder 1">
            <a:extLst>
              <a:ext uri="{FF2B5EF4-FFF2-40B4-BE49-F238E27FC236}">
                <a16:creationId xmlns:a16="http://schemas.microsoft.com/office/drawing/2014/main" id="{0161467A-7063-86D7-24E8-072DC8FE58E7}"/>
              </a:ext>
            </a:extLst>
          </p:cNvPr>
          <p:cNvSpPr>
            <a:spLocks noGrp="1"/>
          </p:cNvSpPr>
          <p:nvPr>
            <p:ph type="title"/>
          </p:nvPr>
        </p:nvSpPr>
        <p:spPr>
          <a:xfrm>
            <a:off x="370062" y="370062"/>
            <a:ext cx="11453638" cy="404638"/>
          </a:xfrm>
          <a:prstGeom prst="rect">
            <a:avLst/>
          </a:prstGeom>
        </p:spPr>
        <p:txBody>
          <a:bodyPr vert="horz" lIns="0" tIns="0" rIns="0" bIns="0" rtlCol="0" anchor="t" anchorCtr="0">
            <a:noAutofit/>
          </a:bodyPr>
          <a:lstStyle/>
          <a:p>
            <a:r>
              <a:rPr lang="en-US"/>
              <a:t>Click to edit Master title style</a:t>
            </a:r>
            <a:endParaRPr lang="en-US" dirty="0"/>
          </a:p>
        </p:txBody>
      </p:sp>
      <p:sp>
        <p:nvSpPr>
          <p:cNvPr id="3" name="Footer Placeholder 4">
            <a:extLst>
              <a:ext uri="{FF2B5EF4-FFF2-40B4-BE49-F238E27FC236}">
                <a16:creationId xmlns:a16="http://schemas.microsoft.com/office/drawing/2014/main" id="{FB51044C-932D-8FC3-B3AB-1F32819D3877}"/>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endParaRPr lang="en-US" dirty="0"/>
          </a:p>
        </p:txBody>
      </p:sp>
      <p:sp>
        <p:nvSpPr>
          <p:cNvPr id="5" name="Slide Number Placeholder 13">
            <a:extLst>
              <a:ext uri="{FF2B5EF4-FFF2-40B4-BE49-F238E27FC236}">
                <a16:creationId xmlns:a16="http://schemas.microsoft.com/office/drawing/2014/main" id="{A24DD9E3-0BCC-FF96-2B5A-1C600C721A91}"/>
              </a:ext>
            </a:extLst>
          </p:cNvPr>
          <p:cNvSpPr>
            <a:spLocks noGrp="1"/>
          </p:cNvSpPr>
          <p:nvPr>
            <p:ph type="sldNum" sz="quarter" idx="4"/>
          </p:nvPr>
        </p:nvSpPr>
        <p:spPr>
          <a:xfrm>
            <a:off x="11526043" y="6491859"/>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sp>
        <p:nvSpPr>
          <p:cNvPr id="4" name="Text Placeholder 3">
            <a:extLst>
              <a:ext uri="{FF2B5EF4-FFF2-40B4-BE49-F238E27FC236}">
                <a16:creationId xmlns:a16="http://schemas.microsoft.com/office/drawing/2014/main" id="{81241698-5CD8-C604-8076-E2C7174471A8}"/>
              </a:ext>
            </a:extLst>
          </p:cNvPr>
          <p:cNvSpPr>
            <a:spLocks noGrp="1"/>
          </p:cNvSpPr>
          <p:nvPr>
            <p:ph type="body" sz="quarter" idx="11"/>
          </p:nvPr>
        </p:nvSpPr>
        <p:spPr>
          <a:xfrm>
            <a:off x="369364" y="886968"/>
            <a:ext cx="11454336" cy="519557"/>
          </a:xfrm>
        </p:spPr>
        <p:txBody>
          <a:bodyPr/>
          <a:lstStyle>
            <a:lvl1pPr>
              <a:defRPr sz="1800"/>
            </a:lvl1pPr>
          </a:lstStyle>
          <a:p>
            <a:pPr lvl="0"/>
            <a:r>
              <a:rPr lang="en-US"/>
              <a:t>Click to edit Master text styles</a:t>
            </a:r>
          </a:p>
        </p:txBody>
      </p:sp>
      <p:sp>
        <p:nvSpPr>
          <p:cNvPr id="6" name="Content Placeholder 5">
            <a:extLst>
              <a:ext uri="{FF2B5EF4-FFF2-40B4-BE49-F238E27FC236}">
                <a16:creationId xmlns:a16="http://schemas.microsoft.com/office/drawing/2014/main" id="{09364D4B-08FC-0F72-14EE-FFE49CBE3E87}"/>
              </a:ext>
            </a:extLst>
          </p:cNvPr>
          <p:cNvSpPr>
            <a:spLocks noGrp="1"/>
          </p:cNvSpPr>
          <p:nvPr>
            <p:ph sz="quarter" idx="12"/>
          </p:nvPr>
        </p:nvSpPr>
        <p:spPr>
          <a:xfrm>
            <a:off x="368301" y="1924050"/>
            <a:ext cx="5284844" cy="4048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8" name="Content Placeholder 7">
            <a:extLst>
              <a:ext uri="{FF2B5EF4-FFF2-40B4-BE49-F238E27FC236}">
                <a16:creationId xmlns:a16="http://schemas.microsoft.com/office/drawing/2014/main" id="{37630663-0430-1D7C-EBF0-D28C79961CF8}"/>
              </a:ext>
            </a:extLst>
          </p:cNvPr>
          <p:cNvSpPr>
            <a:spLocks noGrp="1"/>
          </p:cNvSpPr>
          <p:nvPr>
            <p:ph sz="quarter" idx="13"/>
          </p:nvPr>
        </p:nvSpPr>
        <p:spPr>
          <a:xfrm>
            <a:off x="6149975" y="1924050"/>
            <a:ext cx="5284845" cy="4048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3697831020"/>
      </p:ext>
    </p:extLst>
  </p:cSld>
  <p:clrMapOvr>
    <a:masterClrMapping/>
  </p:clrMapOvr>
  <p:extLst>
    <p:ext uri="{DCECCB84-F9BA-43D5-87BE-67443E8EF086}">
      <p15:sldGuideLst xmlns:p15="http://schemas.microsoft.com/office/powerpoint/2012/main"/>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wo Content with Image">
    <p:spTree>
      <p:nvGrpSpPr>
        <p:cNvPr id="1" name=""/>
        <p:cNvGrpSpPr/>
        <p:nvPr/>
      </p:nvGrpSpPr>
      <p:grpSpPr>
        <a:xfrm>
          <a:off x="0" y="0"/>
          <a:ext cx="0" cy="0"/>
          <a:chOff x="0" y="0"/>
          <a:chExt cx="0" cy="0"/>
        </a:xfrm>
      </p:grpSpPr>
      <p:sp>
        <p:nvSpPr>
          <p:cNvPr id="11" name="Title Placeholder 1">
            <a:extLst>
              <a:ext uri="{FF2B5EF4-FFF2-40B4-BE49-F238E27FC236}">
                <a16:creationId xmlns:a16="http://schemas.microsoft.com/office/drawing/2014/main" id="{0161467A-7063-86D7-24E8-072DC8FE58E7}"/>
              </a:ext>
            </a:extLst>
          </p:cNvPr>
          <p:cNvSpPr>
            <a:spLocks noGrp="1"/>
          </p:cNvSpPr>
          <p:nvPr>
            <p:ph type="title"/>
          </p:nvPr>
        </p:nvSpPr>
        <p:spPr>
          <a:xfrm>
            <a:off x="370062" y="3492184"/>
            <a:ext cx="3840957" cy="2454594"/>
          </a:xfrm>
          <a:prstGeom prst="rect">
            <a:avLst/>
          </a:prstGeom>
        </p:spPr>
        <p:txBody>
          <a:bodyPr vert="horz" lIns="0" tIns="0" rIns="0" bIns="0" rtlCol="0" anchor="t" anchorCtr="0">
            <a:noAutofit/>
          </a:bodyPr>
          <a:lstStyle/>
          <a:p>
            <a:r>
              <a:rPr lang="en-US"/>
              <a:t>Click to edit Master title style</a:t>
            </a:r>
            <a:endParaRPr lang="en-US" dirty="0"/>
          </a:p>
        </p:txBody>
      </p:sp>
      <p:sp>
        <p:nvSpPr>
          <p:cNvPr id="6" name="Picture Placeholder 14">
            <a:extLst>
              <a:ext uri="{FF2B5EF4-FFF2-40B4-BE49-F238E27FC236}">
                <a16:creationId xmlns:a16="http://schemas.microsoft.com/office/drawing/2014/main" id="{CA843832-4448-8151-AB96-D139EF4338B9}"/>
              </a:ext>
              <a:ext uri="{C183D7F6-B498-43B3-948B-1728B52AA6E4}">
                <adec:decorative xmlns:adec="http://schemas.microsoft.com/office/drawing/2017/decorative" val="1"/>
              </a:ext>
            </a:extLst>
          </p:cNvPr>
          <p:cNvSpPr>
            <a:spLocks noGrp="1"/>
          </p:cNvSpPr>
          <p:nvPr>
            <p:ph type="pic" sz="quarter" idx="11"/>
          </p:nvPr>
        </p:nvSpPr>
        <p:spPr>
          <a:xfrm>
            <a:off x="5196065" y="370158"/>
            <a:ext cx="3649948" cy="4510882"/>
          </a:xfrm>
          <a:solidFill>
            <a:schemeClr val="bg2"/>
          </a:solidFill>
        </p:spPr>
        <p:txBody>
          <a:bodyPr tIns="1554480"/>
          <a:lstStyle>
            <a:lvl1pPr algn="ctr">
              <a:defRPr/>
            </a:lvl1pPr>
          </a:lstStyle>
          <a:p>
            <a:r>
              <a:rPr lang="en-US"/>
              <a:t>Click icon to add picture</a:t>
            </a:r>
            <a:endParaRPr lang="en-US" dirty="0"/>
          </a:p>
        </p:txBody>
      </p:sp>
      <p:sp>
        <p:nvSpPr>
          <p:cNvPr id="5" name="Content Placeholder 2">
            <a:extLst>
              <a:ext uri="{FF2B5EF4-FFF2-40B4-BE49-F238E27FC236}">
                <a16:creationId xmlns:a16="http://schemas.microsoft.com/office/drawing/2014/main" id="{BFFD3C8C-DE95-11CF-E112-F1CDEBBBAF20}"/>
              </a:ext>
            </a:extLst>
          </p:cNvPr>
          <p:cNvSpPr>
            <a:spLocks noGrp="1"/>
          </p:cNvSpPr>
          <p:nvPr>
            <p:ph idx="10"/>
          </p:nvPr>
        </p:nvSpPr>
        <p:spPr>
          <a:xfrm>
            <a:off x="9037638" y="371478"/>
            <a:ext cx="2514282" cy="2486022"/>
          </a:xfrm>
        </p:spPr>
        <p:txBody>
          <a:bodyPr/>
          <a:lstStyle>
            <a:lvl1pPr>
              <a:spcAft>
                <a:spcPts val="1200"/>
              </a:spcAft>
              <a:defRPr lang="en-US" sz="1500" b="1" kern="1200" dirty="0" smtClean="0">
                <a:solidFill>
                  <a:schemeClr val="tx1"/>
                </a:solidFill>
                <a:latin typeface="+mn-lt"/>
                <a:ea typeface="+mn-ea"/>
                <a:cs typeface="+mn-cs"/>
              </a:defRPr>
            </a:lvl1pPr>
            <a:lvl2pPr>
              <a:defRPr sz="1200">
                <a:latin typeface="+mn-lt"/>
              </a:defRPr>
            </a:lvl2pPr>
            <a:lvl3pPr>
              <a:defRPr sz="1200"/>
            </a:lvl3pPr>
            <a:lvl4pPr>
              <a:defRPr sz="1200"/>
            </a:lvl4pPr>
            <a:lvl5pPr>
              <a:defRPr sz="1200"/>
            </a:lvl5pPr>
          </a:lstStyle>
          <a:p>
            <a:pPr marL="0" lvl="0" indent="0" algn="l" defTabSz="914400" rtl="0" eaLnBrk="1" latinLnBrk="0" hangingPunct="1">
              <a:lnSpc>
                <a:spcPct val="100000"/>
              </a:lnSpc>
              <a:spcBef>
                <a:spcPts val="300"/>
              </a:spcBef>
              <a:spcAft>
                <a:spcPts val="1200"/>
              </a:spcAft>
              <a:buFont typeface="Arial" panose="020B0604020202020204" pitchFamily="34" charset="0"/>
              <a:buNone/>
            </a:pPr>
            <a:r>
              <a:rPr lang="en-US"/>
              <a:t>Click to edit Master text styles</a:t>
            </a:r>
          </a:p>
          <a:p>
            <a:pPr marL="0" lvl="1" indent="0" algn="l" defTabSz="914400" rtl="0" eaLnBrk="1" latinLnBrk="0" hangingPunct="1">
              <a:lnSpc>
                <a:spcPct val="100000"/>
              </a:lnSpc>
              <a:spcBef>
                <a:spcPts val="300"/>
              </a:spcBef>
              <a:spcAft>
                <a:spcPts val="1200"/>
              </a:spcAft>
              <a:buFont typeface="Arial" panose="020B0604020202020204" pitchFamily="34" charset="0"/>
              <a:buNone/>
            </a:pPr>
            <a:r>
              <a:rPr lang="en-US"/>
              <a:t>Second level</a:t>
            </a:r>
          </a:p>
        </p:txBody>
      </p:sp>
      <p:sp>
        <p:nvSpPr>
          <p:cNvPr id="3" name="Footer Placeholder 4">
            <a:extLst>
              <a:ext uri="{FF2B5EF4-FFF2-40B4-BE49-F238E27FC236}">
                <a16:creationId xmlns:a16="http://schemas.microsoft.com/office/drawing/2014/main" id="{DF56AB70-B001-F407-DDA0-8274B08150B7}"/>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endParaRPr lang="en-US" dirty="0"/>
          </a:p>
        </p:txBody>
      </p:sp>
      <p:sp>
        <p:nvSpPr>
          <p:cNvPr id="7" name="Slide Number Placeholder 13">
            <a:extLst>
              <a:ext uri="{FF2B5EF4-FFF2-40B4-BE49-F238E27FC236}">
                <a16:creationId xmlns:a16="http://schemas.microsoft.com/office/drawing/2014/main" id="{BB0E27A5-BC84-EBC4-82C5-E8CF838E4353}"/>
              </a:ext>
            </a:extLst>
          </p:cNvPr>
          <p:cNvSpPr>
            <a:spLocks noGrp="1"/>
          </p:cNvSpPr>
          <p:nvPr>
            <p:ph type="sldNum" sz="quarter" idx="4"/>
          </p:nvPr>
        </p:nvSpPr>
        <p:spPr>
          <a:xfrm>
            <a:off x="11526043" y="6491859"/>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spTree>
    <p:extLst>
      <p:ext uri="{BB962C8B-B14F-4D97-AF65-F5344CB8AC3E}">
        <p14:creationId xmlns:p14="http://schemas.microsoft.com/office/powerpoint/2010/main" val="339100054"/>
      </p:ext>
    </p:extLst>
  </p:cSld>
  <p:clrMapOvr>
    <a:masterClrMapping/>
  </p:clrMapOvr>
  <p:extLst>
    <p:ext uri="{DCECCB84-F9BA-43D5-87BE-67443E8EF086}">
      <p15:sldGuideLst xmlns:p15="http://schemas.microsoft.com/office/powerpoint/2012/main"/>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wo Content with Two Images">
    <p:spTree>
      <p:nvGrpSpPr>
        <p:cNvPr id="1" name=""/>
        <p:cNvGrpSpPr/>
        <p:nvPr/>
      </p:nvGrpSpPr>
      <p:grpSpPr>
        <a:xfrm>
          <a:off x="0" y="0"/>
          <a:ext cx="0" cy="0"/>
          <a:chOff x="0" y="0"/>
          <a:chExt cx="0" cy="0"/>
        </a:xfrm>
      </p:grpSpPr>
      <p:sp>
        <p:nvSpPr>
          <p:cNvPr id="11" name="Title Placeholder 1">
            <a:extLst>
              <a:ext uri="{FF2B5EF4-FFF2-40B4-BE49-F238E27FC236}">
                <a16:creationId xmlns:a16="http://schemas.microsoft.com/office/drawing/2014/main" id="{0161467A-7063-86D7-24E8-072DC8FE58E7}"/>
              </a:ext>
            </a:extLst>
          </p:cNvPr>
          <p:cNvSpPr>
            <a:spLocks noGrp="1"/>
          </p:cNvSpPr>
          <p:nvPr>
            <p:ph type="title"/>
          </p:nvPr>
        </p:nvSpPr>
        <p:spPr>
          <a:xfrm>
            <a:off x="370061" y="370061"/>
            <a:ext cx="3855863" cy="5602113"/>
          </a:xfrm>
          <a:prstGeom prst="rect">
            <a:avLst/>
          </a:prstGeom>
        </p:spPr>
        <p:txBody>
          <a:bodyPr vert="horz" lIns="0" tIns="0" rIns="0" bIns="0" rtlCol="0" anchor="t" anchorCtr="0">
            <a:noAutofit/>
          </a:bodyPr>
          <a:lstStyle/>
          <a:p>
            <a:r>
              <a:rPr lang="en-US"/>
              <a:t>Click to edit Master title style</a:t>
            </a:r>
            <a:endParaRPr lang="en-US" dirty="0"/>
          </a:p>
        </p:txBody>
      </p:sp>
      <p:sp>
        <p:nvSpPr>
          <p:cNvPr id="6" name="Picture Placeholder 14">
            <a:extLst>
              <a:ext uri="{FF2B5EF4-FFF2-40B4-BE49-F238E27FC236}">
                <a16:creationId xmlns:a16="http://schemas.microsoft.com/office/drawing/2014/main" id="{CA843832-4448-8151-AB96-D139EF4338B9}"/>
              </a:ext>
              <a:ext uri="{C183D7F6-B498-43B3-948B-1728B52AA6E4}">
                <adec:decorative xmlns:adec="http://schemas.microsoft.com/office/drawing/2017/decorative" val="1"/>
              </a:ext>
            </a:extLst>
          </p:cNvPr>
          <p:cNvSpPr>
            <a:spLocks noGrp="1"/>
          </p:cNvSpPr>
          <p:nvPr>
            <p:ph type="pic" sz="quarter" idx="11"/>
          </p:nvPr>
        </p:nvSpPr>
        <p:spPr>
          <a:xfrm>
            <a:off x="5190686" y="370158"/>
            <a:ext cx="3649948" cy="2486022"/>
          </a:xfrm>
          <a:solidFill>
            <a:schemeClr val="bg2"/>
          </a:solidFill>
        </p:spPr>
        <p:txBody>
          <a:bodyPr tIns="731520"/>
          <a:lstStyle>
            <a:lvl1pPr algn="ctr">
              <a:defRPr/>
            </a:lvl1pPr>
          </a:lstStyle>
          <a:p>
            <a:r>
              <a:rPr lang="en-US"/>
              <a:t>Click icon to add picture</a:t>
            </a:r>
            <a:endParaRPr lang="en-US" dirty="0"/>
          </a:p>
        </p:txBody>
      </p:sp>
      <p:sp>
        <p:nvSpPr>
          <p:cNvPr id="12" name="Content Placeholder 2">
            <a:extLst>
              <a:ext uri="{FF2B5EF4-FFF2-40B4-BE49-F238E27FC236}">
                <a16:creationId xmlns:a16="http://schemas.microsoft.com/office/drawing/2014/main" id="{F42546D2-619E-D256-A62A-62019DAA4778}"/>
              </a:ext>
            </a:extLst>
          </p:cNvPr>
          <p:cNvSpPr>
            <a:spLocks noGrp="1"/>
          </p:cNvSpPr>
          <p:nvPr>
            <p:ph idx="10"/>
          </p:nvPr>
        </p:nvSpPr>
        <p:spPr>
          <a:xfrm>
            <a:off x="9043016" y="371478"/>
            <a:ext cx="2514283" cy="2486022"/>
          </a:xfrm>
        </p:spPr>
        <p:txBody>
          <a:bodyPr/>
          <a:lstStyle>
            <a:lvl1pPr>
              <a:spcAft>
                <a:spcPts val="1200"/>
              </a:spcAft>
              <a:defRPr lang="en-US" sz="1500" b="1" kern="1200" dirty="0" smtClean="0">
                <a:solidFill>
                  <a:schemeClr val="tx1"/>
                </a:solidFill>
                <a:latin typeface="+mn-lt"/>
                <a:ea typeface="+mn-ea"/>
                <a:cs typeface="+mn-cs"/>
              </a:defRPr>
            </a:lvl1pPr>
            <a:lvl2pPr>
              <a:defRPr sz="1200">
                <a:latin typeface="+mn-lt"/>
              </a:defRPr>
            </a:lvl2pPr>
            <a:lvl3pPr>
              <a:defRPr sz="1200"/>
            </a:lvl3pPr>
            <a:lvl4pPr>
              <a:defRPr sz="1200"/>
            </a:lvl4pPr>
            <a:lvl5pPr>
              <a:defRPr sz="1200"/>
            </a:lvl5pPr>
          </a:lstStyle>
          <a:p>
            <a:pPr marL="0" lvl="0" indent="0" algn="l" defTabSz="914400" rtl="0" eaLnBrk="1" latinLnBrk="0" hangingPunct="1">
              <a:lnSpc>
                <a:spcPct val="100000"/>
              </a:lnSpc>
              <a:spcBef>
                <a:spcPts val="300"/>
              </a:spcBef>
              <a:spcAft>
                <a:spcPts val="1200"/>
              </a:spcAft>
              <a:buFont typeface="Arial" panose="020B0604020202020204" pitchFamily="34" charset="0"/>
              <a:buNone/>
            </a:pPr>
            <a:r>
              <a:rPr lang="en-US"/>
              <a:t>Click to edit Master text styles</a:t>
            </a:r>
          </a:p>
          <a:p>
            <a:pPr marL="0" lvl="1" indent="0" algn="l" defTabSz="914400" rtl="0" eaLnBrk="1" latinLnBrk="0" hangingPunct="1">
              <a:lnSpc>
                <a:spcPct val="100000"/>
              </a:lnSpc>
              <a:spcBef>
                <a:spcPts val="300"/>
              </a:spcBef>
              <a:spcAft>
                <a:spcPts val="1200"/>
              </a:spcAft>
              <a:buFont typeface="Arial" panose="020B0604020202020204" pitchFamily="34" charset="0"/>
              <a:buNone/>
            </a:pPr>
            <a:r>
              <a:rPr lang="en-US"/>
              <a:t>Second level</a:t>
            </a:r>
          </a:p>
        </p:txBody>
      </p:sp>
      <p:sp>
        <p:nvSpPr>
          <p:cNvPr id="7" name="Picture Placeholder 14">
            <a:extLst>
              <a:ext uri="{FF2B5EF4-FFF2-40B4-BE49-F238E27FC236}">
                <a16:creationId xmlns:a16="http://schemas.microsoft.com/office/drawing/2014/main" id="{51EE832E-3DC6-D6FD-08F2-B144435DFC42}"/>
              </a:ext>
              <a:ext uri="{C183D7F6-B498-43B3-948B-1728B52AA6E4}">
                <adec:decorative xmlns:adec="http://schemas.microsoft.com/office/drawing/2017/decorative" val="1"/>
              </a:ext>
            </a:extLst>
          </p:cNvPr>
          <p:cNvSpPr>
            <a:spLocks noGrp="1"/>
          </p:cNvSpPr>
          <p:nvPr>
            <p:ph type="pic" sz="quarter" idx="12"/>
          </p:nvPr>
        </p:nvSpPr>
        <p:spPr>
          <a:xfrm>
            <a:off x="5190686" y="2960903"/>
            <a:ext cx="3649948" cy="2455068"/>
          </a:xfrm>
          <a:solidFill>
            <a:schemeClr val="bg2"/>
          </a:solidFill>
        </p:spPr>
        <p:txBody>
          <a:bodyPr tIns="731520"/>
          <a:lstStyle>
            <a:lvl1pPr algn="ctr">
              <a:defRPr/>
            </a:lvl1pPr>
          </a:lstStyle>
          <a:p>
            <a:r>
              <a:rPr lang="en-US"/>
              <a:t>Click icon to add picture</a:t>
            </a:r>
            <a:endParaRPr lang="en-US" dirty="0"/>
          </a:p>
        </p:txBody>
      </p:sp>
      <p:sp>
        <p:nvSpPr>
          <p:cNvPr id="8" name="Content Placeholder 2">
            <a:extLst>
              <a:ext uri="{FF2B5EF4-FFF2-40B4-BE49-F238E27FC236}">
                <a16:creationId xmlns:a16="http://schemas.microsoft.com/office/drawing/2014/main" id="{AF6631A4-F894-4AFF-B75F-0AABD9BAEA0B}"/>
              </a:ext>
            </a:extLst>
          </p:cNvPr>
          <p:cNvSpPr>
            <a:spLocks noGrp="1"/>
          </p:cNvSpPr>
          <p:nvPr>
            <p:ph idx="13"/>
          </p:nvPr>
        </p:nvSpPr>
        <p:spPr>
          <a:xfrm>
            <a:off x="9043016" y="2977040"/>
            <a:ext cx="2514283" cy="2486022"/>
          </a:xfrm>
        </p:spPr>
        <p:txBody>
          <a:bodyPr/>
          <a:lstStyle>
            <a:lvl1pPr>
              <a:spcAft>
                <a:spcPts val="1200"/>
              </a:spcAft>
              <a:defRPr lang="en-US" sz="1500" b="1" kern="1200" dirty="0" smtClean="0">
                <a:solidFill>
                  <a:schemeClr val="tx1"/>
                </a:solidFill>
                <a:latin typeface="+mn-lt"/>
                <a:ea typeface="+mn-ea"/>
                <a:cs typeface="+mn-cs"/>
              </a:defRPr>
            </a:lvl1pPr>
            <a:lvl2pPr>
              <a:defRPr sz="1200">
                <a:latin typeface="+mn-lt"/>
              </a:defRPr>
            </a:lvl2pPr>
            <a:lvl3pPr>
              <a:defRPr sz="1200"/>
            </a:lvl3pPr>
            <a:lvl4pPr>
              <a:defRPr sz="1200"/>
            </a:lvl4pPr>
            <a:lvl5pPr>
              <a:defRPr sz="1200"/>
            </a:lvl5pPr>
          </a:lstStyle>
          <a:p>
            <a:pPr marL="0" lvl="0" indent="0" algn="l" defTabSz="914400" rtl="0" eaLnBrk="1" latinLnBrk="0" hangingPunct="1">
              <a:lnSpc>
                <a:spcPct val="100000"/>
              </a:lnSpc>
              <a:spcBef>
                <a:spcPts val="300"/>
              </a:spcBef>
              <a:spcAft>
                <a:spcPts val="1200"/>
              </a:spcAft>
              <a:buFont typeface="Arial" panose="020B0604020202020204" pitchFamily="34" charset="0"/>
              <a:buNone/>
            </a:pPr>
            <a:r>
              <a:rPr lang="en-US"/>
              <a:t>Click to edit Master text styles</a:t>
            </a:r>
          </a:p>
          <a:p>
            <a:pPr marL="0" lvl="1" indent="0" algn="l" defTabSz="914400" rtl="0" eaLnBrk="1" latinLnBrk="0" hangingPunct="1">
              <a:lnSpc>
                <a:spcPct val="100000"/>
              </a:lnSpc>
              <a:spcBef>
                <a:spcPts val="300"/>
              </a:spcBef>
              <a:spcAft>
                <a:spcPts val="1200"/>
              </a:spcAft>
              <a:buFont typeface="Arial" panose="020B0604020202020204" pitchFamily="34" charset="0"/>
              <a:buNone/>
            </a:pPr>
            <a:r>
              <a:rPr lang="en-US"/>
              <a:t>Second level</a:t>
            </a:r>
          </a:p>
        </p:txBody>
      </p:sp>
      <p:sp>
        <p:nvSpPr>
          <p:cNvPr id="3" name="Footer Placeholder 4">
            <a:extLst>
              <a:ext uri="{FF2B5EF4-FFF2-40B4-BE49-F238E27FC236}">
                <a16:creationId xmlns:a16="http://schemas.microsoft.com/office/drawing/2014/main" id="{60C2534F-0DED-9179-1BA0-BA7BBA63E40C}"/>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endParaRPr lang="en-US" dirty="0"/>
          </a:p>
        </p:txBody>
      </p:sp>
      <p:sp>
        <p:nvSpPr>
          <p:cNvPr id="5" name="Slide Number Placeholder 13">
            <a:extLst>
              <a:ext uri="{FF2B5EF4-FFF2-40B4-BE49-F238E27FC236}">
                <a16:creationId xmlns:a16="http://schemas.microsoft.com/office/drawing/2014/main" id="{C21211E5-4A9D-2EA5-349A-BFEBB51D885B}"/>
              </a:ext>
            </a:extLst>
          </p:cNvPr>
          <p:cNvSpPr>
            <a:spLocks noGrp="1"/>
          </p:cNvSpPr>
          <p:nvPr>
            <p:ph type="sldNum" sz="quarter" idx="4"/>
          </p:nvPr>
        </p:nvSpPr>
        <p:spPr>
          <a:xfrm>
            <a:off x="11526043" y="6491859"/>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spTree>
    <p:extLst>
      <p:ext uri="{BB962C8B-B14F-4D97-AF65-F5344CB8AC3E}">
        <p14:creationId xmlns:p14="http://schemas.microsoft.com/office/powerpoint/2010/main" val="3327448774"/>
      </p:ext>
    </p:extLst>
  </p:cSld>
  <p:clrMapOvr>
    <a:masterClrMapping/>
  </p:clrMapOvr>
  <p:extLst>
    <p:ext uri="{DCECCB84-F9BA-43D5-87BE-67443E8EF086}">
      <p15:sldGuideLst xmlns:p15="http://schemas.microsoft.com/office/powerpoint/2012/main"/>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Four Content Four Images Matrix ">
    <p:spTree>
      <p:nvGrpSpPr>
        <p:cNvPr id="1" name=""/>
        <p:cNvGrpSpPr/>
        <p:nvPr/>
      </p:nvGrpSpPr>
      <p:grpSpPr>
        <a:xfrm>
          <a:off x="0" y="0"/>
          <a:ext cx="0" cy="0"/>
          <a:chOff x="0" y="0"/>
          <a:chExt cx="0" cy="0"/>
        </a:xfrm>
      </p:grpSpPr>
      <p:sp>
        <p:nvSpPr>
          <p:cNvPr id="6" name="Picture Placeholder 14">
            <a:extLst>
              <a:ext uri="{FF2B5EF4-FFF2-40B4-BE49-F238E27FC236}">
                <a16:creationId xmlns:a16="http://schemas.microsoft.com/office/drawing/2014/main" id="{CA843832-4448-8151-AB96-D139EF4338B9}"/>
              </a:ext>
              <a:ext uri="{C183D7F6-B498-43B3-948B-1728B52AA6E4}">
                <adec:decorative xmlns:adec="http://schemas.microsoft.com/office/drawing/2017/decorative" val="1"/>
              </a:ext>
            </a:extLst>
          </p:cNvPr>
          <p:cNvSpPr>
            <a:spLocks noGrp="1"/>
          </p:cNvSpPr>
          <p:nvPr>
            <p:ph type="pic" sz="quarter" idx="11"/>
          </p:nvPr>
        </p:nvSpPr>
        <p:spPr>
          <a:xfrm>
            <a:off x="370557" y="1409922"/>
            <a:ext cx="2657075" cy="1938825"/>
          </a:xfrm>
          <a:solidFill>
            <a:schemeClr val="bg2"/>
          </a:solidFill>
        </p:spPr>
        <p:txBody>
          <a:bodyPr tIns="731520"/>
          <a:lstStyle>
            <a:lvl1pPr algn="ctr">
              <a:defRPr/>
            </a:lvl1pPr>
          </a:lstStyle>
          <a:p>
            <a:r>
              <a:rPr lang="en-US"/>
              <a:t>Click icon to add picture</a:t>
            </a:r>
            <a:endParaRPr lang="en-US" dirty="0"/>
          </a:p>
        </p:txBody>
      </p:sp>
      <p:sp>
        <p:nvSpPr>
          <p:cNvPr id="12" name="Content Placeholder 2">
            <a:extLst>
              <a:ext uri="{FF2B5EF4-FFF2-40B4-BE49-F238E27FC236}">
                <a16:creationId xmlns:a16="http://schemas.microsoft.com/office/drawing/2014/main" id="{F42546D2-619E-D256-A62A-62019DAA4778}"/>
              </a:ext>
            </a:extLst>
          </p:cNvPr>
          <p:cNvSpPr>
            <a:spLocks noGrp="1"/>
          </p:cNvSpPr>
          <p:nvPr>
            <p:ph idx="10"/>
          </p:nvPr>
        </p:nvSpPr>
        <p:spPr>
          <a:xfrm>
            <a:off x="3259847" y="1399935"/>
            <a:ext cx="2514283" cy="1938812"/>
          </a:xfrm>
        </p:spPr>
        <p:txBody>
          <a:bodyPr/>
          <a:lstStyle>
            <a:lvl1pPr>
              <a:lnSpc>
                <a:spcPct val="100000"/>
              </a:lnSpc>
              <a:spcAft>
                <a:spcPts val="1200"/>
              </a:spcAft>
              <a:defRPr sz="1500" b="1">
                <a:latin typeface="+mn-lt"/>
              </a:defRPr>
            </a:lvl1pPr>
            <a:lvl2pPr>
              <a:defRPr sz="1200">
                <a:latin typeface="+mn-lt"/>
              </a:defRPr>
            </a:lvl2pPr>
            <a:lvl3pPr>
              <a:defRPr sz="1200"/>
            </a:lvl3pPr>
            <a:lvl4pPr>
              <a:defRPr sz="1200"/>
            </a:lvl4pPr>
            <a:lvl5pPr>
              <a:defRPr sz="1200"/>
            </a:lvl5pPr>
          </a:lstStyle>
          <a:p>
            <a:pPr lvl="0"/>
            <a:r>
              <a:rPr lang="en-US"/>
              <a:t>Click to edit Master text styles</a:t>
            </a:r>
          </a:p>
          <a:p>
            <a:pPr lvl="1"/>
            <a:r>
              <a:rPr lang="en-US"/>
              <a:t>Second level</a:t>
            </a:r>
          </a:p>
        </p:txBody>
      </p:sp>
      <p:sp>
        <p:nvSpPr>
          <p:cNvPr id="7" name="Picture Placeholder 14">
            <a:extLst>
              <a:ext uri="{FF2B5EF4-FFF2-40B4-BE49-F238E27FC236}">
                <a16:creationId xmlns:a16="http://schemas.microsoft.com/office/drawing/2014/main" id="{51EE832E-3DC6-D6FD-08F2-B144435DFC42}"/>
              </a:ext>
              <a:ext uri="{C183D7F6-B498-43B3-948B-1728B52AA6E4}">
                <adec:decorative xmlns:adec="http://schemas.microsoft.com/office/drawing/2017/decorative" val="1"/>
              </a:ext>
            </a:extLst>
          </p:cNvPr>
          <p:cNvSpPr>
            <a:spLocks noGrp="1"/>
          </p:cNvSpPr>
          <p:nvPr>
            <p:ph type="pic" sz="quarter" idx="12"/>
          </p:nvPr>
        </p:nvSpPr>
        <p:spPr>
          <a:xfrm>
            <a:off x="370557" y="3492323"/>
            <a:ext cx="2657075" cy="1938825"/>
          </a:xfrm>
          <a:solidFill>
            <a:schemeClr val="bg2"/>
          </a:solidFill>
        </p:spPr>
        <p:txBody>
          <a:bodyPr tIns="731520"/>
          <a:lstStyle>
            <a:lvl1pPr algn="ctr">
              <a:defRPr/>
            </a:lvl1pPr>
          </a:lstStyle>
          <a:p>
            <a:r>
              <a:rPr lang="en-US"/>
              <a:t>Click icon to add picture</a:t>
            </a:r>
            <a:endParaRPr lang="en-US" dirty="0"/>
          </a:p>
        </p:txBody>
      </p:sp>
      <p:sp>
        <p:nvSpPr>
          <p:cNvPr id="8" name="Content Placeholder 2">
            <a:extLst>
              <a:ext uri="{FF2B5EF4-FFF2-40B4-BE49-F238E27FC236}">
                <a16:creationId xmlns:a16="http://schemas.microsoft.com/office/drawing/2014/main" id="{AF6631A4-F894-4AFF-B75F-0AABD9BAEA0B}"/>
              </a:ext>
            </a:extLst>
          </p:cNvPr>
          <p:cNvSpPr>
            <a:spLocks noGrp="1"/>
          </p:cNvSpPr>
          <p:nvPr>
            <p:ph idx="13"/>
          </p:nvPr>
        </p:nvSpPr>
        <p:spPr>
          <a:xfrm>
            <a:off x="3259847" y="3492323"/>
            <a:ext cx="2514283" cy="1938812"/>
          </a:xfrm>
        </p:spPr>
        <p:txBody>
          <a:bodyPr/>
          <a:lstStyle>
            <a:lvl1pPr>
              <a:spcAft>
                <a:spcPts val="1200"/>
              </a:spcAft>
              <a:defRPr lang="en-US" sz="1500" b="1" kern="1200" dirty="0">
                <a:solidFill>
                  <a:schemeClr val="tx1"/>
                </a:solidFill>
                <a:latin typeface="+mn-lt"/>
                <a:ea typeface="+mn-ea"/>
                <a:cs typeface="+mn-cs"/>
              </a:defRPr>
            </a:lvl1pPr>
            <a:lvl2pPr>
              <a:defRPr sz="1200">
                <a:latin typeface="+mn-lt"/>
              </a:defRPr>
            </a:lvl2pPr>
            <a:lvl3pPr>
              <a:defRPr sz="1200"/>
            </a:lvl3pPr>
            <a:lvl4pPr>
              <a:defRPr sz="1200"/>
            </a:lvl4pPr>
            <a:lvl5pPr>
              <a:defRPr sz="1200"/>
            </a:lvl5pPr>
          </a:lstStyle>
          <a:p>
            <a:pPr marL="0" lvl="0" indent="0" algn="l" defTabSz="914400" rtl="0" eaLnBrk="1" latinLnBrk="0" hangingPunct="1">
              <a:lnSpc>
                <a:spcPct val="100000"/>
              </a:lnSpc>
              <a:spcBef>
                <a:spcPts val="300"/>
              </a:spcBef>
              <a:spcAft>
                <a:spcPts val="1200"/>
              </a:spcAft>
              <a:buFont typeface="Arial" panose="020B0604020202020204" pitchFamily="34" charset="0"/>
              <a:buNone/>
            </a:pPr>
            <a:r>
              <a:rPr lang="en-US"/>
              <a:t>Click to edit Master text styles</a:t>
            </a:r>
          </a:p>
          <a:p>
            <a:pPr marL="0" lvl="1" indent="0" algn="l" defTabSz="914400" rtl="0" eaLnBrk="1" latinLnBrk="0" hangingPunct="1">
              <a:lnSpc>
                <a:spcPct val="100000"/>
              </a:lnSpc>
              <a:spcBef>
                <a:spcPts val="300"/>
              </a:spcBef>
              <a:spcAft>
                <a:spcPts val="1200"/>
              </a:spcAft>
              <a:buFont typeface="Arial" panose="020B0604020202020204" pitchFamily="34" charset="0"/>
              <a:buNone/>
            </a:pPr>
            <a:r>
              <a:rPr lang="en-US"/>
              <a:t>Second level</a:t>
            </a:r>
          </a:p>
        </p:txBody>
      </p:sp>
      <p:sp>
        <p:nvSpPr>
          <p:cNvPr id="9" name="Picture Placeholder 14">
            <a:extLst>
              <a:ext uri="{FF2B5EF4-FFF2-40B4-BE49-F238E27FC236}">
                <a16:creationId xmlns:a16="http://schemas.microsoft.com/office/drawing/2014/main" id="{BF7E05F9-3B71-A92F-C27D-3EA7295545BA}"/>
              </a:ext>
              <a:ext uri="{C183D7F6-B498-43B3-948B-1728B52AA6E4}">
                <adec:decorative xmlns:adec="http://schemas.microsoft.com/office/drawing/2017/decorative" val="1"/>
              </a:ext>
            </a:extLst>
          </p:cNvPr>
          <p:cNvSpPr>
            <a:spLocks noGrp="1"/>
          </p:cNvSpPr>
          <p:nvPr>
            <p:ph type="pic" sz="quarter" idx="14"/>
          </p:nvPr>
        </p:nvSpPr>
        <p:spPr>
          <a:xfrm>
            <a:off x="6149536" y="1409922"/>
            <a:ext cx="2657075" cy="1938825"/>
          </a:xfrm>
          <a:solidFill>
            <a:schemeClr val="bg2"/>
          </a:solidFill>
        </p:spPr>
        <p:txBody>
          <a:bodyPr tIns="731520"/>
          <a:lstStyle>
            <a:lvl1pPr algn="ctr">
              <a:defRPr/>
            </a:lvl1pPr>
          </a:lstStyle>
          <a:p>
            <a:r>
              <a:rPr lang="en-US"/>
              <a:t>Click icon to add picture</a:t>
            </a:r>
            <a:endParaRPr lang="en-US" dirty="0"/>
          </a:p>
        </p:txBody>
      </p:sp>
      <p:sp>
        <p:nvSpPr>
          <p:cNvPr id="13" name="Content Placeholder 2">
            <a:extLst>
              <a:ext uri="{FF2B5EF4-FFF2-40B4-BE49-F238E27FC236}">
                <a16:creationId xmlns:a16="http://schemas.microsoft.com/office/drawing/2014/main" id="{FCDEC8E4-3556-9DFF-F8E0-3E599203F394}"/>
              </a:ext>
            </a:extLst>
          </p:cNvPr>
          <p:cNvSpPr>
            <a:spLocks noGrp="1"/>
          </p:cNvSpPr>
          <p:nvPr>
            <p:ph idx="16"/>
          </p:nvPr>
        </p:nvSpPr>
        <p:spPr>
          <a:xfrm>
            <a:off x="9043017" y="1399935"/>
            <a:ext cx="2514283" cy="1938812"/>
          </a:xfrm>
        </p:spPr>
        <p:txBody>
          <a:bodyPr/>
          <a:lstStyle>
            <a:lvl1pPr>
              <a:spcAft>
                <a:spcPts val="1200"/>
              </a:spcAft>
              <a:defRPr lang="en-US" sz="1500" b="1" kern="1200" dirty="0">
                <a:solidFill>
                  <a:schemeClr val="tx1"/>
                </a:solidFill>
                <a:latin typeface="+mn-lt"/>
                <a:ea typeface="+mn-ea"/>
                <a:cs typeface="+mn-cs"/>
              </a:defRPr>
            </a:lvl1pPr>
            <a:lvl2pPr>
              <a:defRPr sz="1200">
                <a:latin typeface="+mn-lt"/>
              </a:defRPr>
            </a:lvl2pPr>
            <a:lvl3pPr>
              <a:defRPr sz="1200"/>
            </a:lvl3pPr>
            <a:lvl4pPr>
              <a:defRPr sz="1200"/>
            </a:lvl4pPr>
            <a:lvl5pPr>
              <a:defRPr sz="1200"/>
            </a:lvl5pPr>
          </a:lstStyle>
          <a:p>
            <a:pPr marL="0" lvl="0" indent="0" algn="l" defTabSz="914400" rtl="0" eaLnBrk="1" latinLnBrk="0" hangingPunct="1">
              <a:lnSpc>
                <a:spcPct val="100000"/>
              </a:lnSpc>
              <a:spcBef>
                <a:spcPts val="300"/>
              </a:spcBef>
              <a:spcAft>
                <a:spcPts val="1200"/>
              </a:spcAft>
              <a:buFont typeface="Arial" panose="020B0604020202020204" pitchFamily="34" charset="0"/>
              <a:buNone/>
            </a:pPr>
            <a:r>
              <a:rPr lang="en-US"/>
              <a:t>Click to edit Master text styles</a:t>
            </a:r>
          </a:p>
          <a:p>
            <a:pPr marL="0" lvl="1" indent="0" algn="l" defTabSz="914400" rtl="0" eaLnBrk="1" latinLnBrk="0" hangingPunct="1">
              <a:lnSpc>
                <a:spcPct val="100000"/>
              </a:lnSpc>
              <a:spcBef>
                <a:spcPts val="300"/>
              </a:spcBef>
              <a:spcAft>
                <a:spcPts val="1200"/>
              </a:spcAft>
              <a:buFont typeface="Arial" panose="020B0604020202020204" pitchFamily="34" charset="0"/>
              <a:buNone/>
            </a:pPr>
            <a:r>
              <a:rPr lang="en-US"/>
              <a:t>Second level</a:t>
            </a:r>
          </a:p>
        </p:txBody>
      </p:sp>
      <p:sp>
        <p:nvSpPr>
          <p:cNvPr id="10" name="Picture Placeholder 14">
            <a:extLst>
              <a:ext uri="{FF2B5EF4-FFF2-40B4-BE49-F238E27FC236}">
                <a16:creationId xmlns:a16="http://schemas.microsoft.com/office/drawing/2014/main" id="{5436620D-30A8-EA32-EBA9-0FB0D98A3A57}"/>
              </a:ext>
              <a:ext uri="{C183D7F6-B498-43B3-948B-1728B52AA6E4}">
                <adec:decorative xmlns:adec="http://schemas.microsoft.com/office/drawing/2017/decorative" val="1"/>
              </a:ext>
            </a:extLst>
          </p:cNvPr>
          <p:cNvSpPr>
            <a:spLocks noGrp="1"/>
          </p:cNvSpPr>
          <p:nvPr>
            <p:ph type="pic" sz="quarter" idx="15"/>
          </p:nvPr>
        </p:nvSpPr>
        <p:spPr>
          <a:xfrm>
            <a:off x="6149536" y="3492323"/>
            <a:ext cx="2657075" cy="1938825"/>
          </a:xfrm>
          <a:solidFill>
            <a:schemeClr val="bg2"/>
          </a:solidFill>
        </p:spPr>
        <p:txBody>
          <a:bodyPr tIns="731520"/>
          <a:lstStyle>
            <a:lvl1pPr algn="ctr">
              <a:defRPr/>
            </a:lvl1pPr>
          </a:lstStyle>
          <a:p>
            <a:r>
              <a:rPr lang="en-US"/>
              <a:t>Click icon to add picture</a:t>
            </a:r>
            <a:endParaRPr lang="en-US" dirty="0"/>
          </a:p>
        </p:txBody>
      </p:sp>
      <p:sp>
        <p:nvSpPr>
          <p:cNvPr id="14" name="Content Placeholder 2">
            <a:extLst>
              <a:ext uri="{FF2B5EF4-FFF2-40B4-BE49-F238E27FC236}">
                <a16:creationId xmlns:a16="http://schemas.microsoft.com/office/drawing/2014/main" id="{08EEADAB-1623-2FF8-2487-6AA4F7EC3587}"/>
              </a:ext>
            </a:extLst>
          </p:cNvPr>
          <p:cNvSpPr>
            <a:spLocks noGrp="1"/>
          </p:cNvSpPr>
          <p:nvPr>
            <p:ph idx="17"/>
          </p:nvPr>
        </p:nvSpPr>
        <p:spPr>
          <a:xfrm>
            <a:off x="9043017" y="3492323"/>
            <a:ext cx="2514283" cy="1938812"/>
          </a:xfrm>
        </p:spPr>
        <p:txBody>
          <a:bodyPr/>
          <a:lstStyle>
            <a:lvl1pPr>
              <a:spcAft>
                <a:spcPts val="1200"/>
              </a:spcAft>
              <a:defRPr lang="en-US" sz="1500" b="1" kern="1200" dirty="0">
                <a:solidFill>
                  <a:schemeClr val="tx1"/>
                </a:solidFill>
                <a:latin typeface="+mn-lt"/>
                <a:ea typeface="+mn-ea"/>
                <a:cs typeface="+mn-cs"/>
              </a:defRPr>
            </a:lvl1pPr>
            <a:lvl2pPr>
              <a:defRPr sz="1200">
                <a:latin typeface="+mn-lt"/>
              </a:defRPr>
            </a:lvl2pPr>
            <a:lvl3pPr>
              <a:defRPr sz="1200"/>
            </a:lvl3pPr>
            <a:lvl4pPr>
              <a:defRPr sz="1200"/>
            </a:lvl4pPr>
            <a:lvl5pPr>
              <a:defRPr sz="1200"/>
            </a:lvl5pPr>
          </a:lstStyle>
          <a:p>
            <a:pPr marL="0" lvl="0" indent="0" algn="l" defTabSz="914400" rtl="0" eaLnBrk="1" latinLnBrk="0" hangingPunct="1">
              <a:lnSpc>
                <a:spcPct val="100000"/>
              </a:lnSpc>
              <a:spcBef>
                <a:spcPts val="300"/>
              </a:spcBef>
              <a:spcAft>
                <a:spcPts val="1200"/>
              </a:spcAft>
              <a:buFont typeface="Arial" panose="020B0604020202020204" pitchFamily="34" charset="0"/>
              <a:buNone/>
            </a:pPr>
            <a:r>
              <a:rPr lang="en-US"/>
              <a:t>Click to edit Master text styles</a:t>
            </a:r>
          </a:p>
          <a:p>
            <a:pPr marL="0" lvl="1" indent="0" algn="l" defTabSz="914400" rtl="0" eaLnBrk="1" latinLnBrk="0" hangingPunct="1">
              <a:lnSpc>
                <a:spcPct val="100000"/>
              </a:lnSpc>
              <a:spcBef>
                <a:spcPts val="300"/>
              </a:spcBef>
              <a:spcAft>
                <a:spcPts val="1200"/>
              </a:spcAft>
              <a:buFont typeface="Arial" panose="020B0604020202020204" pitchFamily="34" charset="0"/>
              <a:buNone/>
            </a:pPr>
            <a:r>
              <a:rPr lang="en-US"/>
              <a:t>Second level</a:t>
            </a:r>
          </a:p>
        </p:txBody>
      </p:sp>
      <p:sp>
        <p:nvSpPr>
          <p:cNvPr id="3" name="Footer Placeholder 4">
            <a:extLst>
              <a:ext uri="{FF2B5EF4-FFF2-40B4-BE49-F238E27FC236}">
                <a16:creationId xmlns:a16="http://schemas.microsoft.com/office/drawing/2014/main" id="{91E3B5C0-2252-2AC3-B6AC-A233A36FBD79}"/>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endParaRPr lang="en-US" dirty="0"/>
          </a:p>
        </p:txBody>
      </p:sp>
      <p:sp>
        <p:nvSpPr>
          <p:cNvPr id="5" name="Slide Number Placeholder 13">
            <a:extLst>
              <a:ext uri="{FF2B5EF4-FFF2-40B4-BE49-F238E27FC236}">
                <a16:creationId xmlns:a16="http://schemas.microsoft.com/office/drawing/2014/main" id="{3634351F-B70F-FAD9-F7BB-519E4552F596}"/>
              </a:ext>
            </a:extLst>
          </p:cNvPr>
          <p:cNvSpPr>
            <a:spLocks noGrp="1"/>
          </p:cNvSpPr>
          <p:nvPr>
            <p:ph type="sldNum" sz="quarter" idx="4"/>
          </p:nvPr>
        </p:nvSpPr>
        <p:spPr>
          <a:xfrm>
            <a:off x="11526043" y="6491859"/>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sp>
        <p:nvSpPr>
          <p:cNvPr id="2" name="Title 1">
            <a:extLst>
              <a:ext uri="{FF2B5EF4-FFF2-40B4-BE49-F238E27FC236}">
                <a16:creationId xmlns:a16="http://schemas.microsoft.com/office/drawing/2014/main" id="{E62847D5-ADA8-3259-2549-281D1A6D5522}"/>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590467779"/>
      </p:ext>
    </p:extLst>
  </p:cSld>
  <p:clrMapOvr>
    <a:masterClrMapping/>
  </p:clrMapOvr>
  <p:extLst>
    <p:ext uri="{DCECCB84-F9BA-43D5-87BE-67443E8EF086}">
      <p15:sldGuideLst xmlns:p15="http://schemas.microsoft.com/office/powerpoint/2012/main"/>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3" name="Footer Placeholder 4">
            <a:extLst>
              <a:ext uri="{FF2B5EF4-FFF2-40B4-BE49-F238E27FC236}">
                <a16:creationId xmlns:a16="http://schemas.microsoft.com/office/drawing/2014/main" id="{CB190286-B276-0735-9C4A-0DC61C6219D9}"/>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endParaRPr lang="en-US" dirty="0"/>
          </a:p>
        </p:txBody>
      </p:sp>
      <p:sp>
        <p:nvSpPr>
          <p:cNvPr id="6" name="Slide Number Placeholder 13">
            <a:extLst>
              <a:ext uri="{FF2B5EF4-FFF2-40B4-BE49-F238E27FC236}">
                <a16:creationId xmlns:a16="http://schemas.microsoft.com/office/drawing/2014/main" id="{DB73B279-0425-58C9-A443-09B373446F8B}"/>
              </a:ext>
            </a:extLst>
          </p:cNvPr>
          <p:cNvSpPr>
            <a:spLocks noGrp="1"/>
          </p:cNvSpPr>
          <p:nvPr>
            <p:ph type="sldNum" sz="quarter" idx="4"/>
          </p:nvPr>
        </p:nvSpPr>
        <p:spPr>
          <a:xfrm>
            <a:off x="11526043" y="6491859"/>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sp>
        <p:nvSpPr>
          <p:cNvPr id="5" name="Content Placeholder 4">
            <a:extLst>
              <a:ext uri="{FF2B5EF4-FFF2-40B4-BE49-F238E27FC236}">
                <a16:creationId xmlns:a16="http://schemas.microsoft.com/office/drawing/2014/main" id="{A03E9A5D-D94B-2C14-C57F-8CEEA73EB975}"/>
              </a:ext>
            </a:extLst>
          </p:cNvPr>
          <p:cNvSpPr>
            <a:spLocks noGrp="1"/>
          </p:cNvSpPr>
          <p:nvPr>
            <p:ph sz="quarter" idx="10"/>
          </p:nvPr>
        </p:nvSpPr>
        <p:spPr>
          <a:xfrm>
            <a:off x="368300" y="1924050"/>
            <a:ext cx="3235512" cy="4048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9" name="Content Placeholder 4">
            <a:extLst>
              <a:ext uri="{FF2B5EF4-FFF2-40B4-BE49-F238E27FC236}">
                <a16:creationId xmlns:a16="http://schemas.microsoft.com/office/drawing/2014/main" id="{489906B8-D3A9-4BCE-6015-ACFE378C7211}"/>
              </a:ext>
            </a:extLst>
          </p:cNvPr>
          <p:cNvSpPr>
            <a:spLocks noGrp="1"/>
          </p:cNvSpPr>
          <p:nvPr>
            <p:ph sz="quarter" idx="11"/>
          </p:nvPr>
        </p:nvSpPr>
        <p:spPr>
          <a:xfrm>
            <a:off x="4235674" y="1924050"/>
            <a:ext cx="3235512" cy="4048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0" name="Content Placeholder 4">
            <a:extLst>
              <a:ext uri="{FF2B5EF4-FFF2-40B4-BE49-F238E27FC236}">
                <a16:creationId xmlns:a16="http://schemas.microsoft.com/office/drawing/2014/main" id="{FE0E6B83-F5A0-569B-4BAB-B7F61D7D0853}"/>
              </a:ext>
            </a:extLst>
          </p:cNvPr>
          <p:cNvSpPr>
            <a:spLocks noGrp="1"/>
          </p:cNvSpPr>
          <p:nvPr>
            <p:ph sz="quarter" idx="12"/>
          </p:nvPr>
        </p:nvSpPr>
        <p:spPr>
          <a:xfrm>
            <a:off x="8074025" y="1924049"/>
            <a:ext cx="3235512" cy="4048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1" name="Title 10">
            <a:extLst>
              <a:ext uri="{FF2B5EF4-FFF2-40B4-BE49-F238E27FC236}">
                <a16:creationId xmlns:a16="http://schemas.microsoft.com/office/drawing/2014/main" id="{46DFEB0B-173F-2B4F-16A8-263FCC6CEC2F}"/>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1411839238"/>
      </p:ext>
    </p:extLst>
  </p:cSld>
  <p:clrMapOvr>
    <a:masterClrMapping/>
  </p:clrMapOvr>
  <p:extLst>
    <p:ext uri="{DCECCB84-F9BA-43D5-87BE-67443E8EF086}">
      <p15:sldGuideLst xmlns:p15="http://schemas.microsoft.com/office/powerpoint/2012/main"/>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hree Content Subtitle">
    <p:spTree>
      <p:nvGrpSpPr>
        <p:cNvPr id="1" name=""/>
        <p:cNvGrpSpPr/>
        <p:nvPr/>
      </p:nvGrpSpPr>
      <p:grpSpPr>
        <a:xfrm>
          <a:off x="0" y="0"/>
          <a:ext cx="0" cy="0"/>
          <a:chOff x="0" y="0"/>
          <a:chExt cx="0" cy="0"/>
        </a:xfrm>
      </p:grpSpPr>
      <p:sp>
        <p:nvSpPr>
          <p:cNvPr id="17" name="Title Placeholder 1">
            <a:extLst>
              <a:ext uri="{FF2B5EF4-FFF2-40B4-BE49-F238E27FC236}">
                <a16:creationId xmlns:a16="http://schemas.microsoft.com/office/drawing/2014/main" id="{281D6954-23FD-DBC4-8238-AE64FBE579A9}"/>
              </a:ext>
            </a:extLst>
          </p:cNvPr>
          <p:cNvSpPr>
            <a:spLocks noGrp="1"/>
          </p:cNvSpPr>
          <p:nvPr>
            <p:ph type="title"/>
          </p:nvPr>
        </p:nvSpPr>
        <p:spPr>
          <a:xfrm>
            <a:off x="370061" y="370063"/>
            <a:ext cx="11453639" cy="404637"/>
          </a:xfrm>
          <a:prstGeom prst="rect">
            <a:avLst/>
          </a:prstGeom>
        </p:spPr>
        <p:txBody>
          <a:bodyPr vert="horz" lIns="0" tIns="0" rIns="0" bIns="0" rtlCol="0" anchor="t" anchorCtr="0">
            <a:noAutofit/>
          </a:bodyPr>
          <a:lstStyle/>
          <a:p>
            <a:r>
              <a:rPr lang="en-US"/>
              <a:t>Click to edit Master title style</a:t>
            </a:r>
            <a:endParaRPr lang="en-US" dirty="0"/>
          </a:p>
        </p:txBody>
      </p:sp>
      <p:sp>
        <p:nvSpPr>
          <p:cNvPr id="3" name="Footer Placeholder 4">
            <a:extLst>
              <a:ext uri="{FF2B5EF4-FFF2-40B4-BE49-F238E27FC236}">
                <a16:creationId xmlns:a16="http://schemas.microsoft.com/office/drawing/2014/main" id="{CB190286-B276-0735-9C4A-0DC61C6219D9}"/>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endParaRPr lang="en-US" dirty="0"/>
          </a:p>
        </p:txBody>
      </p:sp>
      <p:sp>
        <p:nvSpPr>
          <p:cNvPr id="6" name="Slide Number Placeholder 13">
            <a:extLst>
              <a:ext uri="{FF2B5EF4-FFF2-40B4-BE49-F238E27FC236}">
                <a16:creationId xmlns:a16="http://schemas.microsoft.com/office/drawing/2014/main" id="{DB73B279-0425-58C9-A443-09B373446F8B}"/>
              </a:ext>
            </a:extLst>
          </p:cNvPr>
          <p:cNvSpPr>
            <a:spLocks noGrp="1"/>
          </p:cNvSpPr>
          <p:nvPr>
            <p:ph type="sldNum" sz="quarter" idx="4"/>
          </p:nvPr>
        </p:nvSpPr>
        <p:spPr>
          <a:xfrm>
            <a:off x="11526043" y="6491859"/>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sp>
        <p:nvSpPr>
          <p:cNvPr id="5" name="Text Placeholder 4">
            <a:extLst>
              <a:ext uri="{FF2B5EF4-FFF2-40B4-BE49-F238E27FC236}">
                <a16:creationId xmlns:a16="http://schemas.microsoft.com/office/drawing/2014/main" id="{1C2027B2-3AF9-ACB0-EFBF-E307D2CA34FA}"/>
              </a:ext>
            </a:extLst>
          </p:cNvPr>
          <p:cNvSpPr>
            <a:spLocks noGrp="1"/>
          </p:cNvSpPr>
          <p:nvPr>
            <p:ph type="body" sz="quarter" idx="12"/>
          </p:nvPr>
        </p:nvSpPr>
        <p:spPr>
          <a:xfrm>
            <a:off x="367776" y="886968"/>
            <a:ext cx="11455924" cy="519557"/>
          </a:xfrm>
        </p:spPr>
        <p:txBody>
          <a:bodyPr/>
          <a:lstStyle>
            <a:lvl1pPr>
              <a:defRPr sz="1800"/>
            </a:lvl1pPr>
          </a:lstStyle>
          <a:p>
            <a:pPr lvl="0"/>
            <a:r>
              <a:rPr lang="en-US"/>
              <a:t>Click to edit Master text styles</a:t>
            </a:r>
          </a:p>
        </p:txBody>
      </p:sp>
      <p:sp>
        <p:nvSpPr>
          <p:cNvPr id="4" name="Content Placeholder 4">
            <a:extLst>
              <a:ext uri="{FF2B5EF4-FFF2-40B4-BE49-F238E27FC236}">
                <a16:creationId xmlns:a16="http://schemas.microsoft.com/office/drawing/2014/main" id="{B015D90A-43B1-2686-2FB5-24977CABC779}"/>
              </a:ext>
            </a:extLst>
          </p:cNvPr>
          <p:cNvSpPr>
            <a:spLocks noGrp="1"/>
          </p:cNvSpPr>
          <p:nvPr>
            <p:ph sz="quarter" idx="10"/>
          </p:nvPr>
        </p:nvSpPr>
        <p:spPr>
          <a:xfrm>
            <a:off x="368300" y="1924050"/>
            <a:ext cx="3235512" cy="4048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7" name="Content Placeholder 4">
            <a:extLst>
              <a:ext uri="{FF2B5EF4-FFF2-40B4-BE49-F238E27FC236}">
                <a16:creationId xmlns:a16="http://schemas.microsoft.com/office/drawing/2014/main" id="{305BD07F-9015-08E7-A1B9-CEE3998C38ED}"/>
              </a:ext>
            </a:extLst>
          </p:cNvPr>
          <p:cNvSpPr>
            <a:spLocks noGrp="1"/>
          </p:cNvSpPr>
          <p:nvPr>
            <p:ph sz="quarter" idx="11"/>
          </p:nvPr>
        </p:nvSpPr>
        <p:spPr>
          <a:xfrm>
            <a:off x="4235674" y="1924050"/>
            <a:ext cx="3235512" cy="4048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8" name="Content Placeholder 4">
            <a:extLst>
              <a:ext uri="{FF2B5EF4-FFF2-40B4-BE49-F238E27FC236}">
                <a16:creationId xmlns:a16="http://schemas.microsoft.com/office/drawing/2014/main" id="{96E79EC7-3C5A-2B86-5F55-4E1518901C12}"/>
              </a:ext>
            </a:extLst>
          </p:cNvPr>
          <p:cNvSpPr>
            <a:spLocks noGrp="1"/>
          </p:cNvSpPr>
          <p:nvPr>
            <p:ph sz="quarter" idx="13"/>
          </p:nvPr>
        </p:nvSpPr>
        <p:spPr>
          <a:xfrm>
            <a:off x="8074025" y="1924049"/>
            <a:ext cx="3235512" cy="4048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Tree>
    <p:extLst>
      <p:ext uri="{BB962C8B-B14F-4D97-AF65-F5344CB8AC3E}">
        <p14:creationId xmlns:p14="http://schemas.microsoft.com/office/powerpoint/2010/main" val="3249704175"/>
      </p:ext>
    </p:extLst>
  </p:cSld>
  <p:clrMapOvr>
    <a:masterClrMapping/>
  </p:clrMapOvr>
  <p:extLst>
    <p:ext uri="{DCECCB84-F9BA-43D5-87BE-67443E8EF086}">
      <p15:sldGuideLst xmlns:p15="http://schemas.microsoft.com/office/powerpoint/2012/main"/>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hree Content 2">
    <p:spTree>
      <p:nvGrpSpPr>
        <p:cNvPr id="1" name=""/>
        <p:cNvGrpSpPr/>
        <p:nvPr/>
      </p:nvGrpSpPr>
      <p:grpSpPr>
        <a:xfrm>
          <a:off x="0" y="0"/>
          <a:ext cx="0" cy="0"/>
          <a:chOff x="0" y="0"/>
          <a:chExt cx="0" cy="0"/>
        </a:xfrm>
      </p:grpSpPr>
      <p:sp>
        <p:nvSpPr>
          <p:cNvPr id="3" name="Footer Placeholder 4">
            <a:extLst>
              <a:ext uri="{FF2B5EF4-FFF2-40B4-BE49-F238E27FC236}">
                <a16:creationId xmlns:a16="http://schemas.microsoft.com/office/drawing/2014/main" id="{BE946374-FA30-CA90-8DA8-4D3D9C8D955C}"/>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endParaRPr lang="en-US" dirty="0"/>
          </a:p>
        </p:txBody>
      </p:sp>
      <p:sp>
        <p:nvSpPr>
          <p:cNvPr id="7" name="Slide Number Placeholder 13">
            <a:extLst>
              <a:ext uri="{FF2B5EF4-FFF2-40B4-BE49-F238E27FC236}">
                <a16:creationId xmlns:a16="http://schemas.microsoft.com/office/drawing/2014/main" id="{B7BD091D-1A71-D98C-9FBE-055914E89494}"/>
              </a:ext>
            </a:extLst>
          </p:cNvPr>
          <p:cNvSpPr>
            <a:spLocks noGrp="1"/>
          </p:cNvSpPr>
          <p:nvPr>
            <p:ph type="sldNum" sz="quarter" idx="4"/>
          </p:nvPr>
        </p:nvSpPr>
        <p:spPr>
          <a:xfrm>
            <a:off x="11526043" y="6491859"/>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sp>
        <p:nvSpPr>
          <p:cNvPr id="4" name="Content Placeholder 4">
            <a:extLst>
              <a:ext uri="{FF2B5EF4-FFF2-40B4-BE49-F238E27FC236}">
                <a16:creationId xmlns:a16="http://schemas.microsoft.com/office/drawing/2014/main" id="{E9C1A15D-9D72-ADF5-F762-A0FCDB4299C1}"/>
              </a:ext>
            </a:extLst>
          </p:cNvPr>
          <p:cNvSpPr>
            <a:spLocks noGrp="1"/>
          </p:cNvSpPr>
          <p:nvPr>
            <p:ph sz="quarter" idx="10"/>
          </p:nvPr>
        </p:nvSpPr>
        <p:spPr>
          <a:xfrm>
            <a:off x="368300" y="1924050"/>
            <a:ext cx="3235512" cy="4048125"/>
          </a:xfrm>
        </p:spPr>
        <p:txBody>
          <a:bodyPr/>
          <a:lstStyle>
            <a:lvl1pPr>
              <a:defRPr sz="18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 name="Content Placeholder 4">
            <a:extLst>
              <a:ext uri="{FF2B5EF4-FFF2-40B4-BE49-F238E27FC236}">
                <a16:creationId xmlns:a16="http://schemas.microsoft.com/office/drawing/2014/main" id="{F894016E-E9A2-621D-7E7E-4C60EA7D1446}"/>
              </a:ext>
            </a:extLst>
          </p:cNvPr>
          <p:cNvSpPr>
            <a:spLocks noGrp="1"/>
          </p:cNvSpPr>
          <p:nvPr>
            <p:ph sz="quarter" idx="11"/>
          </p:nvPr>
        </p:nvSpPr>
        <p:spPr>
          <a:xfrm>
            <a:off x="4235674" y="1924050"/>
            <a:ext cx="3235512" cy="4048125"/>
          </a:xfrm>
        </p:spPr>
        <p:txBody>
          <a:bodyPr/>
          <a:lstStyle>
            <a:lvl1pPr>
              <a:defRPr sz="18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8" name="Content Placeholder 4">
            <a:extLst>
              <a:ext uri="{FF2B5EF4-FFF2-40B4-BE49-F238E27FC236}">
                <a16:creationId xmlns:a16="http://schemas.microsoft.com/office/drawing/2014/main" id="{6B0989A2-BAE8-DBCB-9B68-2A6A9EEEC5CC}"/>
              </a:ext>
            </a:extLst>
          </p:cNvPr>
          <p:cNvSpPr>
            <a:spLocks noGrp="1"/>
          </p:cNvSpPr>
          <p:nvPr>
            <p:ph sz="quarter" idx="12"/>
          </p:nvPr>
        </p:nvSpPr>
        <p:spPr>
          <a:xfrm>
            <a:off x="8074025" y="1924049"/>
            <a:ext cx="3235512" cy="4048125"/>
          </a:xfrm>
        </p:spPr>
        <p:txBody>
          <a:bodyPr/>
          <a:lstStyle>
            <a:lvl1pPr>
              <a:defRPr sz="18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9" name="Title 8">
            <a:extLst>
              <a:ext uri="{FF2B5EF4-FFF2-40B4-BE49-F238E27FC236}">
                <a16:creationId xmlns:a16="http://schemas.microsoft.com/office/drawing/2014/main" id="{6B661239-E68D-0808-F96A-FE85956F113C}"/>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2479370946"/>
      </p:ext>
    </p:extLst>
  </p:cSld>
  <p:clrMapOvr>
    <a:masterClrMapping/>
  </p:clrMapOvr>
  <p:extLst>
    <p:ext uri="{DCECCB84-F9BA-43D5-87BE-67443E8EF086}">
      <p15:sldGuideLst xmlns:p15="http://schemas.microsoft.com/office/powerpoint/2012/main"/>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hart and Two Content">
    <p:spTree>
      <p:nvGrpSpPr>
        <p:cNvPr id="1" name=""/>
        <p:cNvGrpSpPr/>
        <p:nvPr/>
      </p:nvGrpSpPr>
      <p:grpSpPr>
        <a:xfrm>
          <a:off x="0" y="0"/>
          <a:ext cx="0" cy="0"/>
          <a:chOff x="0" y="0"/>
          <a:chExt cx="0" cy="0"/>
        </a:xfrm>
      </p:grpSpPr>
      <p:sp>
        <p:nvSpPr>
          <p:cNvPr id="6" name="Chart Placeholder 5">
            <a:extLst>
              <a:ext uri="{FF2B5EF4-FFF2-40B4-BE49-F238E27FC236}">
                <a16:creationId xmlns:a16="http://schemas.microsoft.com/office/drawing/2014/main" id="{73FDB890-3693-B329-5A7C-C65A3B124F7E}"/>
              </a:ext>
            </a:extLst>
          </p:cNvPr>
          <p:cNvSpPr>
            <a:spLocks noGrp="1"/>
          </p:cNvSpPr>
          <p:nvPr>
            <p:ph type="chart" sz="quarter" idx="12"/>
          </p:nvPr>
        </p:nvSpPr>
        <p:spPr>
          <a:xfrm>
            <a:off x="370062" y="1407233"/>
            <a:ext cx="5229293" cy="4564941"/>
          </a:xfrm>
        </p:spPr>
        <p:txBody>
          <a:bodyPr/>
          <a:lstStyle/>
          <a:p>
            <a:r>
              <a:rPr lang="en-US"/>
              <a:t>Click icon to add chart</a:t>
            </a:r>
            <a:endParaRPr lang="en-US" dirty="0"/>
          </a:p>
        </p:txBody>
      </p:sp>
      <p:sp>
        <p:nvSpPr>
          <p:cNvPr id="3" name="Footer Placeholder 4">
            <a:extLst>
              <a:ext uri="{FF2B5EF4-FFF2-40B4-BE49-F238E27FC236}">
                <a16:creationId xmlns:a16="http://schemas.microsoft.com/office/drawing/2014/main" id="{79626A07-2517-5726-4FDD-0AC9D9299096}"/>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endParaRPr lang="en-US" dirty="0"/>
          </a:p>
        </p:txBody>
      </p:sp>
      <p:sp>
        <p:nvSpPr>
          <p:cNvPr id="5" name="Slide Number Placeholder 13">
            <a:extLst>
              <a:ext uri="{FF2B5EF4-FFF2-40B4-BE49-F238E27FC236}">
                <a16:creationId xmlns:a16="http://schemas.microsoft.com/office/drawing/2014/main" id="{06046AFA-0660-1D2A-C174-4EABDBEAAA0C}"/>
              </a:ext>
            </a:extLst>
          </p:cNvPr>
          <p:cNvSpPr>
            <a:spLocks noGrp="1"/>
          </p:cNvSpPr>
          <p:nvPr>
            <p:ph type="sldNum" sz="quarter" idx="4"/>
          </p:nvPr>
        </p:nvSpPr>
        <p:spPr>
          <a:xfrm>
            <a:off x="11526043" y="6491859"/>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sp>
        <p:nvSpPr>
          <p:cNvPr id="4" name="Content Placeholder 3">
            <a:extLst>
              <a:ext uri="{FF2B5EF4-FFF2-40B4-BE49-F238E27FC236}">
                <a16:creationId xmlns:a16="http://schemas.microsoft.com/office/drawing/2014/main" id="{943EE09F-88BE-B892-E588-CE1A64CF45AD}"/>
              </a:ext>
            </a:extLst>
          </p:cNvPr>
          <p:cNvSpPr>
            <a:spLocks noGrp="1"/>
          </p:cNvSpPr>
          <p:nvPr>
            <p:ph sz="quarter" idx="13"/>
          </p:nvPr>
        </p:nvSpPr>
        <p:spPr>
          <a:xfrm>
            <a:off x="6149975" y="2441575"/>
            <a:ext cx="2781300" cy="3530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Content Placeholder 3">
            <a:extLst>
              <a:ext uri="{FF2B5EF4-FFF2-40B4-BE49-F238E27FC236}">
                <a16:creationId xmlns:a16="http://schemas.microsoft.com/office/drawing/2014/main" id="{89862BAD-5A88-900F-A59B-68B96AB41490}"/>
              </a:ext>
            </a:extLst>
          </p:cNvPr>
          <p:cNvSpPr>
            <a:spLocks noGrp="1"/>
          </p:cNvSpPr>
          <p:nvPr>
            <p:ph sz="quarter" idx="14"/>
          </p:nvPr>
        </p:nvSpPr>
        <p:spPr>
          <a:xfrm>
            <a:off x="9042400" y="2441575"/>
            <a:ext cx="2781300" cy="3530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8" name="Title 7">
            <a:extLst>
              <a:ext uri="{FF2B5EF4-FFF2-40B4-BE49-F238E27FC236}">
                <a16:creationId xmlns:a16="http://schemas.microsoft.com/office/drawing/2014/main" id="{0DA847B6-5ED7-CD22-AC77-BE2F874194BA}"/>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3379883661"/>
      </p:ext>
    </p:extLst>
  </p:cSld>
  <p:clrMapOvr>
    <a:masterClrMapping/>
  </p:clrMapOvr>
  <p:extLst>
    <p:ext uri="{DCECCB84-F9BA-43D5-87BE-67443E8EF086}">
      <p15:sldGuideLst xmlns:p15="http://schemas.microsoft.com/office/powerpoint/2012/main"/>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Data and Two Content">
    <p:spTree>
      <p:nvGrpSpPr>
        <p:cNvPr id="1" name=""/>
        <p:cNvGrpSpPr/>
        <p:nvPr/>
      </p:nvGrpSpPr>
      <p:grpSpPr>
        <a:xfrm>
          <a:off x="0" y="0"/>
          <a:ext cx="0" cy="0"/>
          <a:chOff x="0" y="0"/>
          <a:chExt cx="0" cy="0"/>
        </a:xfrm>
      </p:grpSpPr>
      <p:sp>
        <p:nvSpPr>
          <p:cNvPr id="8" name="Text Placeholder 2">
            <a:extLst>
              <a:ext uri="{FF2B5EF4-FFF2-40B4-BE49-F238E27FC236}">
                <a16:creationId xmlns:a16="http://schemas.microsoft.com/office/drawing/2014/main" id="{9D560317-BC9E-E5E9-EC4B-BE83B3CA1553}"/>
              </a:ext>
            </a:extLst>
          </p:cNvPr>
          <p:cNvSpPr>
            <a:spLocks noGrp="1"/>
          </p:cNvSpPr>
          <p:nvPr>
            <p:ph type="body" idx="15" hasCustomPrompt="1"/>
          </p:nvPr>
        </p:nvSpPr>
        <p:spPr>
          <a:xfrm>
            <a:off x="364683" y="1933273"/>
            <a:ext cx="3280410" cy="1535153"/>
          </a:xfrm>
        </p:spPr>
        <p:txBody>
          <a:bodyPr wrap="square">
            <a:noAutofit/>
          </a:bodyPr>
          <a:lstStyle>
            <a:lvl1pPr marL="0" indent="0" algn="l">
              <a:lnSpc>
                <a:spcPct val="80000"/>
              </a:lnSpc>
              <a:spcBef>
                <a:spcPts val="0"/>
              </a:spcBef>
              <a:spcAft>
                <a:spcPts val="0"/>
              </a:spcAft>
              <a:buNone/>
              <a:defRPr sz="15000" b="0" kern="100" spc="-50" baseline="0">
                <a:solidFill>
                  <a:schemeClr val="accent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0</a:t>
            </a:r>
          </a:p>
        </p:txBody>
      </p:sp>
      <p:sp>
        <p:nvSpPr>
          <p:cNvPr id="3" name="Footer Placeholder 4">
            <a:extLst>
              <a:ext uri="{FF2B5EF4-FFF2-40B4-BE49-F238E27FC236}">
                <a16:creationId xmlns:a16="http://schemas.microsoft.com/office/drawing/2014/main" id="{6955500F-3808-9CA2-1F44-A64164571438}"/>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endParaRPr lang="en-US" dirty="0"/>
          </a:p>
        </p:txBody>
      </p:sp>
      <p:sp>
        <p:nvSpPr>
          <p:cNvPr id="6" name="Slide Number Placeholder 13">
            <a:extLst>
              <a:ext uri="{FF2B5EF4-FFF2-40B4-BE49-F238E27FC236}">
                <a16:creationId xmlns:a16="http://schemas.microsoft.com/office/drawing/2014/main" id="{E6F2E23D-BB9F-B34F-EC85-66F73AA738E5}"/>
              </a:ext>
            </a:extLst>
          </p:cNvPr>
          <p:cNvSpPr>
            <a:spLocks noGrp="1"/>
          </p:cNvSpPr>
          <p:nvPr>
            <p:ph type="sldNum" sz="quarter" idx="4"/>
          </p:nvPr>
        </p:nvSpPr>
        <p:spPr>
          <a:xfrm>
            <a:off x="11526043" y="6491859"/>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sp>
        <p:nvSpPr>
          <p:cNvPr id="5" name="Content Placeholder 4">
            <a:extLst>
              <a:ext uri="{FF2B5EF4-FFF2-40B4-BE49-F238E27FC236}">
                <a16:creationId xmlns:a16="http://schemas.microsoft.com/office/drawing/2014/main" id="{97546331-F0CB-B769-2ED0-10C215328D57}"/>
              </a:ext>
            </a:extLst>
          </p:cNvPr>
          <p:cNvSpPr>
            <a:spLocks noGrp="1"/>
          </p:cNvSpPr>
          <p:nvPr>
            <p:ph sz="quarter" idx="16"/>
          </p:nvPr>
        </p:nvSpPr>
        <p:spPr>
          <a:xfrm>
            <a:off x="365125" y="3603812"/>
            <a:ext cx="3335338" cy="2476313"/>
          </a:xfrm>
        </p:spPr>
        <p:txBody>
          <a:bodyPr/>
          <a:lstStyle>
            <a:lvl1pPr>
              <a:defRPr sz="18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9" name="Content Placeholder 8">
            <a:extLst>
              <a:ext uri="{FF2B5EF4-FFF2-40B4-BE49-F238E27FC236}">
                <a16:creationId xmlns:a16="http://schemas.microsoft.com/office/drawing/2014/main" id="{7809C51E-8610-C513-8EEC-D5CB091B65E2}"/>
              </a:ext>
            </a:extLst>
          </p:cNvPr>
          <p:cNvSpPr>
            <a:spLocks noGrp="1"/>
          </p:cNvSpPr>
          <p:nvPr>
            <p:ph sz="quarter" idx="17"/>
          </p:nvPr>
        </p:nvSpPr>
        <p:spPr>
          <a:xfrm>
            <a:off x="4225925" y="1933575"/>
            <a:ext cx="3280410" cy="41465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0" name="Content Placeholder 8">
            <a:extLst>
              <a:ext uri="{FF2B5EF4-FFF2-40B4-BE49-F238E27FC236}">
                <a16:creationId xmlns:a16="http://schemas.microsoft.com/office/drawing/2014/main" id="{DFE232A4-E7EE-98E3-AD8F-428E48A336B7}"/>
              </a:ext>
            </a:extLst>
          </p:cNvPr>
          <p:cNvSpPr>
            <a:spLocks noGrp="1"/>
          </p:cNvSpPr>
          <p:nvPr>
            <p:ph sz="quarter" idx="18"/>
          </p:nvPr>
        </p:nvSpPr>
        <p:spPr>
          <a:xfrm>
            <a:off x="8087167" y="1933575"/>
            <a:ext cx="3280410" cy="41465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1" name="Title 10">
            <a:extLst>
              <a:ext uri="{FF2B5EF4-FFF2-40B4-BE49-F238E27FC236}">
                <a16:creationId xmlns:a16="http://schemas.microsoft.com/office/drawing/2014/main" id="{A39229A9-9F4B-8863-1C67-62C2859D9BEE}"/>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2821577448"/>
      </p:ext>
    </p:extLst>
  </p:cSld>
  <p:clrMapOvr>
    <a:masterClrMapping/>
  </p:clrMapOvr>
  <p:extLst>
    <p:ext uri="{DCECCB84-F9BA-43D5-87BE-67443E8EF086}">
      <p15:sldGuideLst xmlns:p15="http://schemas.microsoft.com/office/powerpoint/2012/main"/>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Data and Four Stats">
    <p:spTree>
      <p:nvGrpSpPr>
        <p:cNvPr id="1" name=""/>
        <p:cNvGrpSpPr/>
        <p:nvPr/>
      </p:nvGrpSpPr>
      <p:grpSpPr>
        <a:xfrm>
          <a:off x="0" y="0"/>
          <a:ext cx="0" cy="0"/>
          <a:chOff x="0" y="0"/>
          <a:chExt cx="0" cy="0"/>
        </a:xfrm>
      </p:grpSpPr>
      <p:sp>
        <p:nvSpPr>
          <p:cNvPr id="8" name="Text Placeholder 2">
            <a:extLst>
              <a:ext uri="{FF2B5EF4-FFF2-40B4-BE49-F238E27FC236}">
                <a16:creationId xmlns:a16="http://schemas.microsoft.com/office/drawing/2014/main" id="{9D560317-BC9E-E5E9-EC4B-BE83B3CA1553}"/>
              </a:ext>
            </a:extLst>
          </p:cNvPr>
          <p:cNvSpPr>
            <a:spLocks noGrp="1"/>
          </p:cNvSpPr>
          <p:nvPr>
            <p:ph type="body" idx="15" hasCustomPrompt="1"/>
          </p:nvPr>
        </p:nvSpPr>
        <p:spPr>
          <a:xfrm>
            <a:off x="370062" y="1927894"/>
            <a:ext cx="3280410" cy="1535153"/>
          </a:xfrm>
        </p:spPr>
        <p:txBody>
          <a:bodyPr wrap="square">
            <a:noAutofit/>
          </a:bodyPr>
          <a:lstStyle>
            <a:lvl1pPr marL="0" indent="0" algn="l">
              <a:lnSpc>
                <a:spcPct val="80000"/>
              </a:lnSpc>
              <a:spcBef>
                <a:spcPts val="0"/>
              </a:spcBef>
              <a:spcAft>
                <a:spcPts val="0"/>
              </a:spcAft>
              <a:buNone/>
              <a:defRPr sz="15000" b="0" kern="100" spc="-50" baseline="0">
                <a:solidFill>
                  <a:schemeClr val="accent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0</a:t>
            </a:r>
          </a:p>
        </p:txBody>
      </p:sp>
      <p:sp>
        <p:nvSpPr>
          <p:cNvPr id="3" name="Footer Placeholder 4">
            <a:extLst>
              <a:ext uri="{FF2B5EF4-FFF2-40B4-BE49-F238E27FC236}">
                <a16:creationId xmlns:a16="http://schemas.microsoft.com/office/drawing/2014/main" id="{3279AEC2-3D38-AA3C-D9ED-F56066F02521}"/>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endParaRPr lang="en-US" dirty="0"/>
          </a:p>
        </p:txBody>
      </p:sp>
      <p:sp>
        <p:nvSpPr>
          <p:cNvPr id="6" name="Slide Number Placeholder 13">
            <a:extLst>
              <a:ext uri="{FF2B5EF4-FFF2-40B4-BE49-F238E27FC236}">
                <a16:creationId xmlns:a16="http://schemas.microsoft.com/office/drawing/2014/main" id="{1F2E443D-FB19-EC91-F034-92383A4D9EAC}"/>
              </a:ext>
            </a:extLst>
          </p:cNvPr>
          <p:cNvSpPr>
            <a:spLocks noGrp="1"/>
          </p:cNvSpPr>
          <p:nvPr>
            <p:ph type="sldNum" sz="quarter" idx="4"/>
          </p:nvPr>
        </p:nvSpPr>
        <p:spPr>
          <a:xfrm>
            <a:off x="11526043" y="6491859"/>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sp>
        <p:nvSpPr>
          <p:cNvPr id="4" name="Content Placeholder 4">
            <a:extLst>
              <a:ext uri="{FF2B5EF4-FFF2-40B4-BE49-F238E27FC236}">
                <a16:creationId xmlns:a16="http://schemas.microsoft.com/office/drawing/2014/main" id="{2B415381-8D1E-8A6F-693B-DB90EB881D1C}"/>
              </a:ext>
            </a:extLst>
          </p:cNvPr>
          <p:cNvSpPr>
            <a:spLocks noGrp="1"/>
          </p:cNvSpPr>
          <p:nvPr>
            <p:ph sz="quarter" idx="19"/>
          </p:nvPr>
        </p:nvSpPr>
        <p:spPr>
          <a:xfrm>
            <a:off x="365125" y="3603812"/>
            <a:ext cx="3335338" cy="2476313"/>
          </a:xfrm>
        </p:spPr>
        <p:txBody>
          <a:bodyPr/>
          <a:lstStyle>
            <a:lvl1pPr>
              <a:defRPr sz="18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0" name="Content Placeholder 9">
            <a:extLst>
              <a:ext uri="{FF2B5EF4-FFF2-40B4-BE49-F238E27FC236}">
                <a16:creationId xmlns:a16="http://schemas.microsoft.com/office/drawing/2014/main" id="{8E8D28FD-FF5F-398A-38AD-0E9B9DE0EC1B}"/>
              </a:ext>
            </a:extLst>
          </p:cNvPr>
          <p:cNvSpPr>
            <a:spLocks noGrp="1"/>
          </p:cNvSpPr>
          <p:nvPr>
            <p:ph sz="quarter" idx="20"/>
          </p:nvPr>
        </p:nvSpPr>
        <p:spPr>
          <a:xfrm>
            <a:off x="4225925" y="1924050"/>
            <a:ext cx="3740150" cy="19653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2" name="Content Placeholder 9">
            <a:extLst>
              <a:ext uri="{FF2B5EF4-FFF2-40B4-BE49-F238E27FC236}">
                <a16:creationId xmlns:a16="http://schemas.microsoft.com/office/drawing/2014/main" id="{E2C8463D-8B6E-9FF2-1B5C-72452E9273E2}"/>
              </a:ext>
            </a:extLst>
          </p:cNvPr>
          <p:cNvSpPr>
            <a:spLocks noGrp="1"/>
          </p:cNvSpPr>
          <p:nvPr>
            <p:ph sz="quarter" idx="21"/>
          </p:nvPr>
        </p:nvSpPr>
        <p:spPr>
          <a:xfrm>
            <a:off x="4225925" y="4006850"/>
            <a:ext cx="3740150" cy="19653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3" name="Content Placeholder 9">
            <a:extLst>
              <a:ext uri="{FF2B5EF4-FFF2-40B4-BE49-F238E27FC236}">
                <a16:creationId xmlns:a16="http://schemas.microsoft.com/office/drawing/2014/main" id="{39DE996C-A166-458A-310E-FEBC9C52A706}"/>
              </a:ext>
            </a:extLst>
          </p:cNvPr>
          <p:cNvSpPr>
            <a:spLocks noGrp="1"/>
          </p:cNvSpPr>
          <p:nvPr>
            <p:ph sz="quarter" idx="22"/>
          </p:nvPr>
        </p:nvSpPr>
        <p:spPr>
          <a:xfrm>
            <a:off x="8087920" y="1924050"/>
            <a:ext cx="3740150" cy="19653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4" name="Content Placeholder 9">
            <a:extLst>
              <a:ext uri="{FF2B5EF4-FFF2-40B4-BE49-F238E27FC236}">
                <a16:creationId xmlns:a16="http://schemas.microsoft.com/office/drawing/2014/main" id="{134591D3-6AC4-CADD-BA45-13112332007E}"/>
              </a:ext>
            </a:extLst>
          </p:cNvPr>
          <p:cNvSpPr>
            <a:spLocks noGrp="1"/>
          </p:cNvSpPr>
          <p:nvPr>
            <p:ph sz="quarter" idx="23"/>
          </p:nvPr>
        </p:nvSpPr>
        <p:spPr>
          <a:xfrm>
            <a:off x="8087920" y="4006850"/>
            <a:ext cx="3740150" cy="19653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 name="Title 1">
            <a:extLst>
              <a:ext uri="{FF2B5EF4-FFF2-40B4-BE49-F238E27FC236}">
                <a16:creationId xmlns:a16="http://schemas.microsoft.com/office/drawing/2014/main" id="{5AFECDC4-66BC-FABF-87DC-C85D808083F8}"/>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375852295"/>
      </p:ext>
    </p:extLst>
  </p:cSld>
  <p:clrMapOvr>
    <a:masterClrMapping/>
  </p:clrMapOvr>
  <p:extLst>
    <p:ext uri="{DCECCB84-F9BA-43D5-87BE-67443E8EF086}">
      <p15:sldGuideLst xmlns:p15="http://schemas.microsoft.com/office/powerpoint/2012/main"/>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hree Content Two Small Images">
    <p:spTree>
      <p:nvGrpSpPr>
        <p:cNvPr id="1" name=""/>
        <p:cNvGrpSpPr/>
        <p:nvPr/>
      </p:nvGrpSpPr>
      <p:grpSpPr>
        <a:xfrm>
          <a:off x="0" y="0"/>
          <a:ext cx="0" cy="0"/>
          <a:chOff x="0" y="0"/>
          <a:chExt cx="0" cy="0"/>
        </a:xfrm>
      </p:grpSpPr>
      <p:sp>
        <p:nvSpPr>
          <p:cNvPr id="6" name="Picture Placeholder 14">
            <a:extLst>
              <a:ext uri="{FF2B5EF4-FFF2-40B4-BE49-F238E27FC236}">
                <a16:creationId xmlns:a16="http://schemas.microsoft.com/office/drawing/2014/main" id="{D986D8FF-CF64-064A-9F64-6F1DDA4C97ED}"/>
              </a:ext>
              <a:ext uri="{C183D7F6-B498-43B3-948B-1728B52AA6E4}">
                <adec:decorative xmlns:adec="http://schemas.microsoft.com/office/drawing/2017/decorative" val="1"/>
              </a:ext>
            </a:extLst>
          </p:cNvPr>
          <p:cNvSpPr>
            <a:spLocks noGrp="1"/>
          </p:cNvSpPr>
          <p:nvPr>
            <p:ph type="pic" sz="quarter" idx="12"/>
          </p:nvPr>
        </p:nvSpPr>
        <p:spPr>
          <a:xfrm>
            <a:off x="4242435" y="3689588"/>
            <a:ext cx="3621405" cy="2257189"/>
          </a:xfrm>
          <a:solidFill>
            <a:schemeClr val="bg2"/>
          </a:solidFill>
        </p:spPr>
        <p:txBody>
          <a:bodyPr tIns="731520"/>
          <a:lstStyle>
            <a:lvl1pPr algn="ctr">
              <a:defRPr/>
            </a:lvl1pPr>
          </a:lstStyle>
          <a:p>
            <a:r>
              <a:rPr lang="en-US"/>
              <a:t>Click icon to add picture</a:t>
            </a:r>
            <a:endParaRPr lang="en-US" dirty="0"/>
          </a:p>
        </p:txBody>
      </p:sp>
      <p:sp>
        <p:nvSpPr>
          <p:cNvPr id="8" name="Picture Placeholder 14">
            <a:extLst>
              <a:ext uri="{FF2B5EF4-FFF2-40B4-BE49-F238E27FC236}">
                <a16:creationId xmlns:a16="http://schemas.microsoft.com/office/drawing/2014/main" id="{A4F26F45-080E-2E94-7AE8-D48A53D6BB61}"/>
              </a:ext>
              <a:ext uri="{C183D7F6-B498-43B3-948B-1728B52AA6E4}">
                <adec:decorative xmlns:adec="http://schemas.microsoft.com/office/drawing/2017/decorative" val="1"/>
              </a:ext>
            </a:extLst>
          </p:cNvPr>
          <p:cNvSpPr>
            <a:spLocks noGrp="1"/>
          </p:cNvSpPr>
          <p:nvPr>
            <p:ph type="pic" sz="quarter" idx="13"/>
          </p:nvPr>
        </p:nvSpPr>
        <p:spPr>
          <a:xfrm>
            <a:off x="8084820" y="3689587"/>
            <a:ext cx="3621405" cy="2257189"/>
          </a:xfrm>
          <a:solidFill>
            <a:schemeClr val="bg2"/>
          </a:solidFill>
        </p:spPr>
        <p:txBody>
          <a:bodyPr tIns="731520"/>
          <a:lstStyle>
            <a:lvl1pPr algn="ctr">
              <a:defRPr/>
            </a:lvl1pPr>
          </a:lstStyle>
          <a:p>
            <a:r>
              <a:rPr lang="en-US"/>
              <a:t>Click icon to add picture</a:t>
            </a:r>
            <a:endParaRPr lang="en-US" dirty="0"/>
          </a:p>
        </p:txBody>
      </p:sp>
      <p:sp>
        <p:nvSpPr>
          <p:cNvPr id="3" name="Footer Placeholder 4">
            <a:extLst>
              <a:ext uri="{FF2B5EF4-FFF2-40B4-BE49-F238E27FC236}">
                <a16:creationId xmlns:a16="http://schemas.microsoft.com/office/drawing/2014/main" id="{E67D3849-C8CD-8658-1466-0AC905A32902}"/>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endParaRPr lang="en-US" dirty="0"/>
          </a:p>
        </p:txBody>
      </p:sp>
      <p:sp>
        <p:nvSpPr>
          <p:cNvPr id="7" name="Slide Number Placeholder 13">
            <a:extLst>
              <a:ext uri="{FF2B5EF4-FFF2-40B4-BE49-F238E27FC236}">
                <a16:creationId xmlns:a16="http://schemas.microsoft.com/office/drawing/2014/main" id="{45FB2FC1-37EA-E80B-8E2C-5BB79F82C549}"/>
              </a:ext>
            </a:extLst>
          </p:cNvPr>
          <p:cNvSpPr>
            <a:spLocks noGrp="1"/>
          </p:cNvSpPr>
          <p:nvPr>
            <p:ph type="sldNum" sz="quarter" idx="4"/>
          </p:nvPr>
        </p:nvSpPr>
        <p:spPr>
          <a:xfrm>
            <a:off x="11526043" y="6491859"/>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sp>
        <p:nvSpPr>
          <p:cNvPr id="5" name="Content Placeholder 4">
            <a:extLst>
              <a:ext uri="{FF2B5EF4-FFF2-40B4-BE49-F238E27FC236}">
                <a16:creationId xmlns:a16="http://schemas.microsoft.com/office/drawing/2014/main" id="{C3E8CA74-2A20-C79E-AB93-415F841BF9A5}"/>
              </a:ext>
            </a:extLst>
          </p:cNvPr>
          <p:cNvSpPr>
            <a:spLocks noGrp="1"/>
          </p:cNvSpPr>
          <p:nvPr>
            <p:ph sz="quarter" idx="14"/>
          </p:nvPr>
        </p:nvSpPr>
        <p:spPr>
          <a:xfrm>
            <a:off x="368300" y="1924049"/>
            <a:ext cx="3548063" cy="4048125"/>
          </a:xfrm>
        </p:spPr>
        <p:txBody>
          <a:bodyPr/>
          <a:lstStyle>
            <a:lvl1pPr>
              <a:defRPr sz="18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1" name="Content Placeholder 10">
            <a:extLst>
              <a:ext uri="{FF2B5EF4-FFF2-40B4-BE49-F238E27FC236}">
                <a16:creationId xmlns:a16="http://schemas.microsoft.com/office/drawing/2014/main" id="{F4A2F6DA-84DB-C19E-4C0E-907410D65A2C}"/>
              </a:ext>
            </a:extLst>
          </p:cNvPr>
          <p:cNvSpPr>
            <a:spLocks noGrp="1"/>
          </p:cNvSpPr>
          <p:nvPr>
            <p:ph sz="quarter" idx="15"/>
          </p:nvPr>
        </p:nvSpPr>
        <p:spPr>
          <a:xfrm>
            <a:off x="4225925" y="1924049"/>
            <a:ext cx="3621405" cy="16636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2" name="Content Placeholder 10">
            <a:extLst>
              <a:ext uri="{FF2B5EF4-FFF2-40B4-BE49-F238E27FC236}">
                <a16:creationId xmlns:a16="http://schemas.microsoft.com/office/drawing/2014/main" id="{91E96ECE-0D5F-0C73-B9DA-305E820717B8}"/>
              </a:ext>
            </a:extLst>
          </p:cNvPr>
          <p:cNvSpPr>
            <a:spLocks noGrp="1"/>
          </p:cNvSpPr>
          <p:nvPr>
            <p:ph sz="quarter" idx="16"/>
          </p:nvPr>
        </p:nvSpPr>
        <p:spPr>
          <a:xfrm>
            <a:off x="8084820" y="1924049"/>
            <a:ext cx="3621405" cy="166362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3" name="Title 12">
            <a:extLst>
              <a:ext uri="{FF2B5EF4-FFF2-40B4-BE49-F238E27FC236}">
                <a16:creationId xmlns:a16="http://schemas.microsoft.com/office/drawing/2014/main" id="{3FB0C79D-C35F-8072-C668-9D9D7A937399}"/>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2198597912"/>
      </p:ext>
    </p:extLst>
  </p:cSld>
  <p:clrMapOvr>
    <a:masterClrMapping/>
  </p:clrMapOvr>
  <p:extLst>
    <p:ext uri="{DCECCB84-F9BA-43D5-87BE-67443E8EF086}">
      <p15:sldGuideLst xmlns:p15="http://schemas.microsoft.com/office/powerpoint/2012/main"/>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hree Images Three Content">
    <p:spTree>
      <p:nvGrpSpPr>
        <p:cNvPr id="1" name=""/>
        <p:cNvGrpSpPr/>
        <p:nvPr/>
      </p:nvGrpSpPr>
      <p:grpSpPr>
        <a:xfrm>
          <a:off x="0" y="0"/>
          <a:ext cx="0" cy="0"/>
          <a:chOff x="0" y="0"/>
          <a:chExt cx="0" cy="0"/>
        </a:xfrm>
      </p:grpSpPr>
      <p:sp>
        <p:nvSpPr>
          <p:cNvPr id="6" name="Picture Placeholder 14">
            <a:extLst>
              <a:ext uri="{FF2B5EF4-FFF2-40B4-BE49-F238E27FC236}">
                <a16:creationId xmlns:a16="http://schemas.microsoft.com/office/drawing/2014/main" id="{C4FF4641-ED6B-EA6B-E1D6-5913E5D1C4A7}"/>
              </a:ext>
              <a:ext uri="{C183D7F6-B498-43B3-948B-1728B52AA6E4}">
                <adec:decorative xmlns:adec="http://schemas.microsoft.com/office/drawing/2017/decorative" val="1"/>
              </a:ext>
            </a:extLst>
          </p:cNvPr>
          <p:cNvSpPr>
            <a:spLocks noGrp="1"/>
          </p:cNvSpPr>
          <p:nvPr>
            <p:ph type="pic" sz="quarter" idx="12"/>
          </p:nvPr>
        </p:nvSpPr>
        <p:spPr>
          <a:xfrm>
            <a:off x="373155" y="1407888"/>
            <a:ext cx="3621405" cy="2449830"/>
          </a:xfrm>
          <a:solidFill>
            <a:schemeClr val="bg2"/>
          </a:solidFill>
        </p:spPr>
        <p:txBody>
          <a:bodyPr tIns="731520"/>
          <a:lstStyle>
            <a:lvl1pPr algn="ctr">
              <a:defRPr/>
            </a:lvl1pPr>
          </a:lstStyle>
          <a:p>
            <a:r>
              <a:rPr lang="en-US"/>
              <a:t>Click icon to add picture</a:t>
            </a:r>
            <a:endParaRPr lang="en-US" dirty="0"/>
          </a:p>
        </p:txBody>
      </p:sp>
      <p:sp>
        <p:nvSpPr>
          <p:cNvPr id="8" name="Picture Placeholder 14">
            <a:extLst>
              <a:ext uri="{FF2B5EF4-FFF2-40B4-BE49-F238E27FC236}">
                <a16:creationId xmlns:a16="http://schemas.microsoft.com/office/drawing/2014/main" id="{738BD24F-B7A9-6A5E-4B91-293E35C96245}"/>
              </a:ext>
              <a:ext uri="{C183D7F6-B498-43B3-948B-1728B52AA6E4}">
                <adec:decorative xmlns:adec="http://schemas.microsoft.com/office/drawing/2017/decorative" val="1"/>
              </a:ext>
            </a:extLst>
          </p:cNvPr>
          <p:cNvSpPr>
            <a:spLocks noGrp="1"/>
          </p:cNvSpPr>
          <p:nvPr>
            <p:ph type="pic" sz="quarter" idx="13"/>
          </p:nvPr>
        </p:nvSpPr>
        <p:spPr>
          <a:xfrm>
            <a:off x="4231060" y="1407888"/>
            <a:ext cx="3621405" cy="2449830"/>
          </a:xfrm>
          <a:solidFill>
            <a:schemeClr val="bg2"/>
          </a:solidFill>
        </p:spPr>
        <p:txBody>
          <a:bodyPr tIns="731520"/>
          <a:lstStyle>
            <a:lvl1pPr algn="ctr">
              <a:defRPr/>
            </a:lvl1pPr>
          </a:lstStyle>
          <a:p>
            <a:r>
              <a:rPr lang="en-US"/>
              <a:t>Click icon to add picture</a:t>
            </a:r>
            <a:endParaRPr lang="en-US" dirty="0"/>
          </a:p>
        </p:txBody>
      </p:sp>
      <p:sp>
        <p:nvSpPr>
          <p:cNvPr id="9" name="Picture Placeholder 14">
            <a:extLst>
              <a:ext uri="{FF2B5EF4-FFF2-40B4-BE49-F238E27FC236}">
                <a16:creationId xmlns:a16="http://schemas.microsoft.com/office/drawing/2014/main" id="{3EA62964-C972-788F-A145-641910913B5F}"/>
              </a:ext>
              <a:ext uri="{C183D7F6-B498-43B3-948B-1728B52AA6E4}">
                <adec:decorative xmlns:adec="http://schemas.microsoft.com/office/drawing/2017/decorative" val="1"/>
              </a:ext>
            </a:extLst>
          </p:cNvPr>
          <p:cNvSpPr>
            <a:spLocks noGrp="1"/>
          </p:cNvSpPr>
          <p:nvPr>
            <p:ph type="pic" sz="quarter" idx="14"/>
          </p:nvPr>
        </p:nvSpPr>
        <p:spPr>
          <a:xfrm>
            <a:off x="8079441" y="1407888"/>
            <a:ext cx="3621405" cy="2449830"/>
          </a:xfrm>
          <a:solidFill>
            <a:schemeClr val="bg2"/>
          </a:solidFill>
        </p:spPr>
        <p:txBody>
          <a:bodyPr tIns="731520"/>
          <a:lstStyle>
            <a:lvl1pPr algn="ctr">
              <a:defRPr/>
            </a:lvl1pPr>
          </a:lstStyle>
          <a:p>
            <a:r>
              <a:rPr lang="en-US"/>
              <a:t>Click icon to add picture</a:t>
            </a:r>
            <a:endParaRPr lang="en-US" dirty="0"/>
          </a:p>
        </p:txBody>
      </p:sp>
      <p:sp>
        <p:nvSpPr>
          <p:cNvPr id="3" name="Footer Placeholder 4">
            <a:extLst>
              <a:ext uri="{FF2B5EF4-FFF2-40B4-BE49-F238E27FC236}">
                <a16:creationId xmlns:a16="http://schemas.microsoft.com/office/drawing/2014/main" id="{E6D39F23-E441-3514-2A4F-F9CCA291192C}"/>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endParaRPr lang="en-US" dirty="0"/>
          </a:p>
        </p:txBody>
      </p:sp>
      <p:sp>
        <p:nvSpPr>
          <p:cNvPr id="7" name="Slide Number Placeholder 13">
            <a:extLst>
              <a:ext uri="{FF2B5EF4-FFF2-40B4-BE49-F238E27FC236}">
                <a16:creationId xmlns:a16="http://schemas.microsoft.com/office/drawing/2014/main" id="{FE222EB9-6543-2E06-6048-C32D6D58FBCC}"/>
              </a:ext>
            </a:extLst>
          </p:cNvPr>
          <p:cNvSpPr>
            <a:spLocks noGrp="1"/>
          </p:cNvSpPr>
          <p:nvPr>
            <p:ph type="sldNum" sz="quarter" idx="4"/>
          </p:nvPr>
        </p:nvSpPr>
        <p:spPr>
          <a:xfrm>
            <a:off x="11526043" y="6491859"/>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sp>
        <p:nvSpPr>
          <p:cNvPr id="5" name="Content Placeholder 4">
            <a:extLst>
              <a:ext uri="{FF2B5EF4-FFF2-40B4-BE49-F238E27FC236}">
                <a16:creationId xmlns:a16="http://schemas.microsoft.com/office/drawing/2014/main" id="{90658801-9D03-6822-31B7-920A8C4C5D87}"/>
              </a:ext>
            </a:extLst>
          </p:cNvPr>
          <p:cNvSpPr>
            <a:spLocks noGrp="1"/>
          </p:cNvSpPr>
          <p:nvPr>
            <p:ph sz="quarter" idx="15"/>
          </p:nvPr>
        </p:nvSpPr>
        <p:spPr>
          <a:xfrm>
            <a:off x="368300" y="4000500"/>
            <a:ext cx="3621405" cy="20796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1" name="Content Placeholder 4">
            <a:extLst>
              <a:ext uri="{FF2B5EF4-FFF2-40B4-BE49-F238E27FC236}">
                <a16:creationId xmlns:a16="http://schemas.microsoft.com/office/drawing/2014/main" id="{E8465518-586C-3585-5D66-F8C5F784114F}"/>
              </a:ext>
            </a:extLst>
          </p:cNvPr>
          <p:cNvSpPr>
            <a:spLocks noGrp="1"/>
          </p:cNvSpPr>
          <p:nvPr>
            <p:ph sz="quarter" idx="16"/>
          </p:nvPr>
        </p:nvSpPr>
        <p:spPr>
          <a:xfrm>
            <a:off x="4231059" y="4000500"/>
            <a:ext cx="3621405" cy="20796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2" name="Content Placeholder 4">
            <a:extLst>
              <a:ext uri="{FF2B5EF4-FFF2-40B4-BE49-F238E27FC236}">
                <a16:creationId xmlns:a16="http://schemas.microsoft.com/office/drawing/2014/main" id="{32A0F579-2C59-6C73-6CB2-7D28A65E2EE6}"/>
              </a:ext>
            </a:extLst>
          </p:cNvPr>
          <p:cNvSpPr>
            <a:spLocks noGrp="1"/>
          </p:cNvSpPr>
          <p:nvPr>
            <p:ph sz="quarter" idx="17"/>
          </p:nvPr>
        </p:nvSpPr>
        <p:spPr>
          <a:xfrm>
            <a:off x="8082597" y="4000500"/>
            <a:ext cx="3621405" cy="20796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3" name="Title 12">
            <a:extLst>
              <a:ext uri="{FF2B5EF4-FFF2-40B4-BE49-F238E27FC236}">
                <a16:creationId xmlns:a16="http://schemas.microsoft.com/office/drawing/2014/main" id="{6C860A8A-DDDD-D41D-7D92-718D7B4F0FA5}"/>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3264850245"/>
      </p:ext>
    </p:extLst>
  </p:cSld>
  <p:clrMapOvr>
    <a:masterClrMapping/>
  </p:clrMapOvr>
  <p:extLst>
    <p:ext uri="{DCECCB84-F9BA-43D5-87BE-67443E8EF086}">
      <p15:sldGuideLst xmlns:p15="http://schemas.microsoft.com/office/powerpoint/2012/main"/>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Side TItle Two Images Two Content">
    <p:spTree>
      <p:nvGrpSpPr>
        <p:cNvPr id="1" name=""/>
        <p:cNvGrpSpPr/>
        <p:nvPr/>
      </p:nvGrpSpPr>
      <p:grpSpPr>
        <a:xfrm>
          <a:off x="0" y="0"/>
          <a:ext cx="0" cy="0"/>
          <a:chOff x="0" y="0"/>
          <a:chExt cx="0" cy="0"/>
        </a:xfrm>
      </p:grpSpPr>
      <p:sp>
        <p:nvSpPr>
          <p:cNvPr id="12" name="Title Placeholder 1">
            <a:extLst>
              <a:ext uri="{FF2B5EF4-FFF2-40B4-BE49-F238E27FC236}">
                <a16:creationId xmlns:a16="http://schemas.microsoft.com/office/drawing/2014/main" id="{32898A4C-932E-23E9-DC30-A54F1747D7DA}"/>
              </a:ext>
            </a:extLst>
          </p:cNvPr>
          <p:cNvSpPr>
            <a:spLocks noGrp="1"/>
          </p:cNvSpPr>
          <p:nvPr>
            <p:ph type="title"/>
          </p:nvPr>
        </p:nvSpPr>
        <p:spPr>
          <a:xfrm>
            <a:off x="370062" y="4002723"/>
            <a:ext cx="3389473" cy="1969452"/>
          </a:xfrm>
          <a:prstGeom prst="rect">
            <a:avLst/>
          </a:prstGeom>
        </p:spPr>
        <p:txBody>
          <a:bodyPr vert="horz" lIns="0" tIns="0" rIns="0" bIns="0" rtlCol="0" anchor="t" anchorCtr="0">
            <a:noAutofit/>
          </a:bodyPr>
          <a:lstStyle>
            <a:lvl1pPr>
              <a:defRPr sz="2400"/>
            </a:lvl1pPr>
          </a:lstStyle>
          <a:p>
            <a:r>
              <a:rPr lang="en-US"/>
              <a:t>Click to edit Master title style</a:t>
            </a:r>
            <a:endParaRPr lang="en-US" dirty="0"/>
          </a:p>
        </p:txBody>
      </p:sp>
      <p:sp>
        <p:nvSpPr>
          <p:cNvPr id="6" name="Picture Placeholder 14">
            <a:extLst>
              <a:ext uri="{FF2B5EF4-FFF2-40B4-BE49-F238E27FC236}">
                <a16:creationId xmlns:a16="http://schemas.microsoft.com/office/drawing/2014/main" id="{D986D8FF-CF64-064A-9F64-6F1DDA4C97ED}"/>
              </a:ext>
              <a:ext uri="{C183D7F6-B498-43B3-948B-1728B52AA6E4}">
                <adec:decorative xmlns:adec="http://schemas.microsoft.com/office/drawing/2017/decorative" val="1"/>
              </a:ext>
            </a:extLst>
          </p:cNvPr>
          <p:cNvSpPr>
            <a:spLocks noGrp="1"/>
          </p:cNvSpPr>
          <p:nvPr>
            <p:ph type="pic" sz="quarter" idx="12"/>
          </p:nvPr>
        </p:nvSpPr>
        <p:spPr>
          <a:xfrm>
            <a:off x="4242435" y="372399"/>
            <a:ext cx="3621405" cy="3474561"/>
          </a:xfrm>
          <a:solidFill>
            <a:schemeClr val="bg2"/>
          </a:solidFill>
        </p:spPr>
        <p:txBody>
          <a:bodyPr tIns="731520"/>
          <a:lstStyle>
            <a:lvl1pPr algn="ctr">
              <a:defRPr/>
            </a:lvl1pPr>
          </a:lstStyle>
          <a:p>
            <a:r>
              <a:rPr lang="en-US"/>
              <a:t>Click icon to add picture</a:t>
            </a:r>
            <a:endParaRPr lang="en-US" dirty="0"/>
          </a:p>
        </p:txBody>
      </p:sp>
      <p:sp>
        <p:nvSpPr>
          <p:cNvPr id="8" name="Picture Placeholder 14">
            <a:extLst>
              <a:ext uri="{FF2B5EF4-FFF2-40B4-BE49-F238E27FC236}">
                <a16:creationId xmlns:a16="http://schemas.microsoft.com/office/drawing/2014/main" id="{A4F26F45-080E-2E94-7AE8-D48A53D6BB61}"/>
              </a:ext>
              <a:ext uri="{C183D7F6-B498-43B3-948B-1728B52AA6E4}">
                <adec:decorative xmlns:adec="http://schemas.microsoft.com/office/drawing/2017/decorative" val="1"/>
              </a:ext>
            </a:extLst>
          </p:cNvPr>
          <p:cNvSpPr>
            <a:spLocks noGrp="1"/>
          </p:cNvSpPr>
          <p:nvPr>
            <p:ph type="pic" sz="quarter" idx="13"/>
          </p:nvPr>
        </p:nvSpPr>
        <p:spPr>
          <a:xfrm>
            <a:off x="8084820" y="372399"/>
            <a:ext cx="3621405" cy="3474561"/>
          </a:xfrm>
          <a:solidFill>
            <a:schemeClr val="bg2"/>
          </a:solidFill>
        </p:spPr>
        <p:txBody>
          <a:bodyPr tIns="731520"/>
          <a:lstStyle>
            <a:lvl1pPr algn="ctr">
              <a:defRPr/>
            </a:lvl1pPr>
          </a:lstStyle>
          <a:p>
            <a:r>
              <a:rPr lang="en-US"/>
              <a:t>Click icon to add picture</a:t>
            </a:r>
            <a:endParaRPr lang="en-US" dirty="0"/>
          </a:p>
        </p:txBody>
      </p:sp>
      <p:sp>
        <p:nvSpPr>
          <p:cNvPr id="3" name="Footer Placeholder 4">
            <a:extLst>
              <a:ext uri="{FF2B5EF4-FFF2-40B4-BE49-F238E27FC236}">
                <a16:creationId xmlns:a16="http://schemas.microsoft.com/office/drawing/2014/main" id="{4BD5BA45-6FFD-0692-0F0F-E110F28E6809}"/>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endParaRPr lang="en-US" dirty="0"/>
          </a:p>
        </p:txBody>
      </p:sp>
      <p:sp>
        <p:nvSpPr>
          <p:cNvPr id="5" name="Slide Number Placeholder 13">
            <a:extLst>
              <a:ext uri="{FF2B5EF4-FFF2-40B4-BE49-F238E27FC236}">
                <a16:creationId xmlns:a16="http://schemas.microsoft.com/office/drawing/2014/main" id="{6A0EF6EA-3F57-5496-E0F3-4864ED1104A5}"/>
              </a:ext>
            </a:extLst>
          </p:cNvPr>
          <p:cNvSpPr>
            <a:spLocks noGrp="1"/>
          </p:cNvSpPr>
          <p:nvPr>
            <p:ph type="sldNum" sz="quarter" idx="4"/>
          </p:nvPr>
        </p:nvSpPr>
        <p:spPr>
          <a:xfrm>
            <a:off x="11526043" y="6491859"/>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sp>
        <p:nvSpPr>
          <p:cNvPr id="4" name="Content Placeholder 3">
            <a:extLst>
              <a:ext uri="{FF2B5EF4-FFF2-40B4-BE49-F238E27FC236}">
                <a16:creationId xmlns:a16="http://schemas.microsoft.com/office/drawing/2014/main" id="{14B2DDC5-30CC-4253-DAE0-02B6367366D1}"/>
              </a:ext>
            </a:extLst>
          </p:cNvPr>
          <p:cNvSpPr>
            <a:spLocks noGrp="1"/>
          </p:cNvSpPr>
          <p:nvPr>
            <p:ph sz="quarter" idx="14"/>
          </p:nvPr>
        </p:nvSpPr>
        <p:spPr>
          <a:xfrm>
            <a:off x="4241800" y="4002088"/>
            <a:ext cx="3621405" cy="20780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Content Placeholder 3">
            <a:extLst>
              <a:ext uri="{FF2B5EF4-FFF2-40B4-BE49-F238E27FC236}">
                <a16:creationId xmlns:a16="http://schemas.microsoft.com/office/drawing/2014/main" id="{BC4F89F3-153E-1F6B-8CFE-E1D4D6874917}"/>
              </a:ext>
            </a:extLst>
          </p:cNvPr>
          <p:cNvSpPr>
            <a:spLocks noGrp="1"/>
          </p:cNvSpPr>
          <p:nvPr>
            <p:ph sz="quarter" idx="15"/>
          </p:nvPr>
        </p:nvSpPr>
        <p:spPr>
          <a:xfrm>
            <a:off x="8084820" y="4002088"/>
            <a:ext cx="3621405" cy="20780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Tree>
    <p:extLst>
      <p:ext uri="{BB962C8B-B14F-4D97-AF65-F5344CB8AC3E}">
        <p14:creationId xmlns:p14="http://schemas.microsoft.com/office/powerpoint/2010/main" val="732450568"/>
      </p:ext>
    </p:extLst>
  </p:cSld>
  <p:clrMapOvr>
    <a:masterClrMapping/>
  </p:clrMapOvr>
  <p:extLst>
    <p:ext uri="{DCECCB84-F9BA-43D5-87BE-67443E8EF086}">
      <p15:sldGuideLst xmlns:p15="http://schemas.microsoft.com/office/powerpoint/2012/main"/>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Four Content">
    <p:spTree>
      <p:nvGrpSpPr>
        <p:cNvPr id="1" name=""/>
        <p:cNvGrpSpPr/>
        <p:nvPr/>
      </p:nvGrpSpPr>
      <p:grpSpPr>
        <a:xfrm>
          <a:off x="0" y="0"/>
          <a:ext cx="0" cy="0"/>
          <a:chOff x="0" y="0"/>
          <a:chExt cx="0" cy="0"/>
        </a:xfrm>
      </p:grpSpPr>
      <p:sp>
        <p:nvSpPr>
          <p:cNvPr id="3" name="Footer Placeholder 4">
            <a:extLst>
              <a:ext uri="{FF2B5EF4-FFF2-40B4-BE49-F238E27FC236}">
                <a16:creationId xmlns:a16="http://schemas.microsoft.com/office/drawing/2014/main" id="{34BACFA0-1865-CA7A-660A-9F840AA5ED52}"/>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endParaRPr lang="en-US" dirty="0"/>
          </a:p>
        </p:txBody>
      </p:sp>
      <p:sp>
        <p:nvSpPr>
          <p:cNvPr id="9" name="Slide Number Placeholder 13">
            <a:extLst>
              <a:ext uri="{FF2B5EF4-FFF2-40B4-BE49-F238E27FC236}">
                <a16:creationId xmlns:a16="http://schemas.microsoft.com/office/drawing/2014/main" id="{BCCFAC37-C331-299A-576E-FB4D9E873FC0}"/>
              </a:ext>
            </a:extLst>
          </p:cNvPr>
          <p:cNvSpPr>
            <a:spLocks noGrp="1"/>
          </p:cNvSpPr>
          <p:nvPr>
            <p:ph type="sldNum" sz="quarter" idx="4"/>
          </p:nvPr>
        </p:nvSpPr>
        <p:spPr>
          <a:xfrm>
            <a:off x="11526043" y="6491859"/>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sp>
        <p:nvSpPr>
          <p:cNvPr id="7" name="Content Placeholder 6">
            <a:extLst>
              <a:ext uri="{FF2B5EF4-FFF2-40B4-BE49-F238E27FC236}">
                <a16:creationId xmlns:a16="http://schemas.microsoft.com/office/drawing/2014/main" id="{AB18F79E-2EEB-FEB6-9FD2-CF00E69E399F}"/>
              </a:ext>
            </a:extLst>
          </p:cNvPr>
          <p:cNvSpPr>
            <a:spLocks noGrp="1"/>
          </p:cNvSpPr>
          <p:nvPr>
            <p:ph sz="quarter" idx="10"/>
          </p:nvPr>
        </p:nvSpPr>
        <p:spPr>
          <a:xfrm>
            <a:off x="368300" y="1924050"/>
            <a:ext cx="2784475" cy="4048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0" name="Content Placeholder 6">
            <a:extLst>
              <a:ext uri="{FF2B5EF4-FFF2-40B4-BE49-F238E27FC236}">
                <a16:creationId xmlns:a16="http://schemas.microsoft.com/office/drawing/2014/main" id="{B50CDAE4-0C34-CA3B-8150-C653F963250D}"/>
              </a:ext>
            </a:extLst>
          </p:cNvPr>
          <p:cNvSpPr>
            <a:spLocks noGrp="1"/>
          </p:cNvSpPr>
          <p:nvPr>
            <p:ph sz="quarter" idx="11"/>
          </p:nvPr>
        </p:nvSpPr>
        <p:spPr>
          <a:xfrm>
            <a:off x="3257550" y="1924050"/>
            <a:ext cx="2784475" cy="4048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1" name="Content Placeholder 6">
            <a:extLst>
              <a:ext uri="{FF2B5EF4-FFF2-40B4-BE49-F238E27FC236}">
                <a16:creationId xmlns:a16="http://schemas.microsoft.com/office/drawing/2014/main" id="{32934F70-692D-5369-94C8-0030A3CD43FB}"/>
              </a:ext>
            </a:extLst>
          </p:cNvPr>
          <p:cNvSpPr>
            <a:spLocks noGrp="1"/>
          </p:cNvSpPr>
          <p:nvPr>
            <p:ph sz="quarter" idx="12"/>
          </p:nvPr>
        </p:nvSpPr>
        <p:spPr>
          <a:xfrm>
            <a:off x="6149975" y="1924050"/>
            <a:ext cx="2784475" cy="4048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2" name="Content Placeholder 6">
            <a:extLst>
              <a:ext uri="{FF2B5EF4-FFF2-40B4-BE49-F238E27FC236}">
                <a16:creationId xmlns:a16="http://schemas.microsoft.com/office/drawing/2014/main" id="{75F0D866-D99D-B922-92B9-43D8C80FC33D}"/>
              </a:ext>
            </a:extLst>
          </p:cNvPr>
          <p:cNvSpPr>
            <a:spLocks noGrp="1"/>
          </p:cNvSpPr>
          <p:nvPr>
            <p:ph sz="quarter" idx="13"/>
          </p:nvPr>
        </p:nvSpPr>
        <p:spPr>
          <a:xfrm>
            <a:off x="9042400" y="1924050"/>
            <a:ext cx="2784475" cy="4048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4" name="Title 13">
            <a:extLst>
              <a:ext uri="{FF2B5EF4-FFF2-40B4-BE49-F238E27FC236}">
                <a16:creationId xmlns:a16="http://schemas.microsoft.com/office/drawing/2014/main" id="{28C2AC20-FA64-9BFB-4B6C-CC4DC765CF15}"/>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2427828653"/>
      </p:ext>
    </p:extLst>
  </p:cSld>
  <p:clrMapOvr>
    <a:masterClrMapping/>
  </p:clrMapOvr>
  <p:extLst>
    <p:ext uri="{DCECCB84-F9BA-43D5-87BE-67443E8EF086}">
      <p15:sldGuideLst xmlns:p15="http://schemas.microsoft.com/office/powerpoint/2012/main"/>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Four Content Subtitle">
    <p:spTree>
      <p:nvGrpSpPr>
        <p:cNvPr id="1" name=""/>
        <p:cNvGrpSpPr/>
        <p:nvPr/>
      </p:nvGrpSpPr>
      <p:grpSpPr>
        <a:xfrm>
          <a:off x="0" y="0"/>
          <a:ext cx="0" cy="0"/>
          <a:chOff x="0" y="0"/>
          <a:chExt cx="0" cy="0"/>
        </a:xfrm>
      </p:grpSpPr>
      <p:sp>
        <p:nvSpPr>
          <p:cNvPr id="13" name="Title Placeholder 1">
            <a:extLst>
              <a:ext uri="{FF2B5EF4-FFF2-40B4-BE49-F238E27FC236}">
                <a16:creationId xmlns:a16="http://schemas.microsoft.com/office/drawing/2014/main" id="{663492E0-8524-F0F0-654F-078445BB721B}"/>
              </a:ext>
            </a:extLst>
          </p:cNvPr>
          <p:cNvSpPr>
            <a:spLocks noGrp="1"/>
          </p:cNvSpPr>
          <p:nvPr>
            <p:ph type="title"/>
          </p:nvPr>
        </p:nvSpPr>
        <p:spPr>
          <a:xfrm>
            <a:off x="370060" y="370063"/>
            <a:ext cx="11453639" cy="404637"/>
          </a:xfrm>
          <a:prstGeom prst="rect">
            <a:avLst/>
          </a:prstGeom>
        </p:spPr>
        <p:txBody>
          <a:bodyPr vert="horz" lIns="0" tIns="0" rIns="0" bIns="0" rtlCol="0" anchor="t" anchorCtr="0">
            <a:noAutofit/>
          </a:bodyPr>
          <a:lstStyle/>
          <a:p>
            <a:r>
              <a:rPr lang="en-US"/>
              <a:t>Click to edit Master title style</a:t>
            </a:r>
            <a:endParaRPr lang="en-US" dirty="0"/>
          </a:p>
        </p:txBody>
      </p:sp>
      <p:sp>
        <p:nvSpPr>
          <p:cNvPr id="3" name="Footer Placeholder 4">
            <a:extLst>
              <a:ext uri="{FF2B5EF4-FFF2-40B4-BE49-F238E27FC236}">
                <a16:creationId xmlns:a16="http://schemas.microsoft.com/office/drawing/2014/main" id="{34BACFA0-1865-CA7A-660A-9F840AA5ED52}"/>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endParaRPr lang="en-US" dirty="0"/>
          </a:p>
        </p:txBody>
      </p:sp>
      <p:sp>
        <p:nvSpPr>
          <p:cNvPr id="9" name="Slide Number Placeholder 13">
            <a:extLst>
              <a:ext uri="{FF2B5EF4-FFF2-40B4-BE49-F238E27FC236}">
                <a16:creationId xmlns:a16="http://schemas.microsoft.com/office/drawing/2014/main" id="{BCCFAC37-C331-299A-576E-FB4D9E873FC0}"/>
              </a:ext>
            </a:extLst>
          </p:cNvPr>
          <p:cNvSpPr>
            <a:spLocks noGrp="1"/>
          </p:cNvSpPr>
          <p:nvPr>
            <p:ph type="sldNum" sz="quarter" idx="4"/>
          </p:nvPr>
        </p:nvSpPr>
        <p:spPr>
          <a:xfrm>
            <a:off x="11526043" y="6491859"/>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sp>
        <p:nvSpPr>
          <p:cNvPr id="7" name="Text Placeholder 6">
            <a:extLst>
              <a:ext uri="{FF2B5EF4-FFF2-40B4-BE49-F238E27FC236}">
                <a16:creationId xmlns:a16="http://schemas.microsoft.com/office/drawing/2014/main" id="{5AAE7EEF-B347-4D56-A6AE-448368A5BED2}"/>
              </a:ext>
            </a:extLst>
          </p:cNvPr>
          <p:cNvSpPr>
            <a:spLocks noGrp="1"/>
          </p:cNvSpPr>
          <p:nvPr>
            <p:ph type="body" sz="quarter" idx="13"/>
          </p:nvPr>
        </p:nvSpPr>
        <p:spPr>
          <a:xfrm>
            <a:off x="369364" y="886968"/>
            <a:ext cx="11453639" cy="519557"/>
          </a:xfrm>
        </p:spPr>
        <p:txBody>
          <a:bodyPr/>
          <a:lstStyle>
            <a:lvl1pPr>
              <a:defRPr sz="1800"/>
            </a:lvl1pPr>
          </a:lstStyle>
          <a:p>
            <a:pPr lvl="0"/>
            <a:r>
              <a:rPr lang="en-US"/>
              <a:t>Click to edit Master text styles</a:t>
            </a:r>
          </a:p>
        </p:txBody>
      </p:sp>
      <p:sp>
        <p:nvSpPr>
          <p:cNvPr id="4" name="Content Placeholder 6">
            <a:extLst>
              <a:ext uri="{FF2B5EF4-FFF2-40B4-BE49-F238E27FC236}">
                <a16:creationId xmlns:a16="http://schemas.microsoft.com/office/drawing/2014/main" id="{35EB01E0-E6A4-D360-2FD4-9B71B2DE0DCB}"/>
              </a:ext>
            </a:extLst>
          </p:cNvPr>
          <p:cNvSpPr>
            <a:spLocks noGrp="1"/>
          </p:cNvSpPr>
          <p:nvPr>
            <p:ph sz="quarter" idx="10"/>
          </p:nvPr>
        </p:nvSpPr>
        <p:spPr>
          <a:xfrm>
            <a:off x="368300" y="1924050"/>
            <a:ext cx="2784475" cy="4048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0" name="Content Placeholder 6">
            <a:extLst>
              <a:ext uri="{FF2B5EF4-FFF2-40B4-BE49-F238E27FC236}">
                <a16:creationId xmlns:a16="http://schemas.microsoft.com/office/drawing/2014/main" id="{4626FCF7-D9DB-AA92-E09A-63795E0A9BF7}"/>
              </a:ext>
            </a:extLst>
          </p:cNvPr>
          <p:cNvSpPr>
            <a:spLocks noGrp="1"/>
          </p:cNvSpPr>
          <p:nvPr>
            <p:ph sz="quarter" idx="11"/>
          </p:nvPr>
        </p:nvSpPr>
        <p:spPr>
          <a:xfrm>
            <a:off x="3257550" y="1924050"/>
            <a:ext cx="2784475" cy="4048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1" name="Content Placeholder 6">
            <a:extLst>
              <a:ext uri="{FF2B5EF4-FFF2-40B4-BE49-F238E27FC236}">
                <a16:creationId xmlns:a16="http://schemas.microsoft.com/office/drawing/2014/main" id="{3EAED7B3-1E01-DB3C-A9C0-C02BF6D0CA41}"/>
              </a:ext>
            </a:extLst>
          </p:cNvPr>
          <p:cNvSpPr>
            <a:spLocks noGrp="1"/>
          </p:cNvSpPr>
          <p:nvPr>
            <p:ph sz="quarter" idx="12"/>
          </p:nvPr>
        </p:nvSpPr>
        <p:spPr>
          <a:xfrm>
            <a:off x="6149975" y="1924050"/>
            <a:ext cx="2784475" cy="4048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2" name="Content Placeholder 6">
            <a:extLst>
              <a:ext uri="{FF2B5EF4-FFF2-40B4-BE49-F238E27FC236}">
                <a16:creationId xmlns:a16="http://schemas.microsoft.com/office/drawing/2014/main" id="{1DF4DD5F-AF74-EA4E-244D-3B8BF6C634D7}"/>
              </a:ext>
            </a:extLst>
          </p:cNvPr>
          <p:cNvSpPr>
            <a:spLocks noGrp="1"/>
          </p:cNvSpPr>
          <p:nvPr>
            <p:ph sz="quarter" idx="14"/>
          </p:nvPr>
        </p:nvSpPr>
        <p:spPr>
          <a:xfrm>
            <a:off x="9042400" y="1924050"/>
            <a:ext cx="2784475" cy="4048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1614709055"/>
      </p:ext>
    </p:extLst>
  </p:cSld>
  <p:clrMapOvr>
    <a:masterClrMapping/>
  </p:clrMapOvr>
  <p:extLst>
    <p:ext uri="{DCECCB84-F9BA-43D5-87BE-67443E8EF086}">
      <p15:sldGuideLst xmlns:p15="http://schemas.microsoft.com/office/powerpoint/2012/main"/>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hree Content Infographics">
    <p:spTree>
      <p:nvGrpSpPr>
        <p:cNvPr id="1" name=""/>
        <p:cNvGrpSpPr/>
        <p:nvPr/>
      </p:nvGrpSpPr>
      <p:grpSpPr>
        <a:xfrm>
          <a:off x="0" y="0"/>
          <a:ext cx="0" cy="0"/>
          <a:chOff x="0" y="0"/>
          <a:chExt cx="0" cy="0"/>
        </a:xfrm>
      </p:grpSpPr>
      <p:sp>
        <p:nvSpPr>
          <p:cNvPr id="3" name="Footer Placeholder 4">
            <a:extLst>
              <a:ext uri="{FF2B5EF4-FFF2-40B4-BE49-F238E27FC236}">
                <a16:creationId xmlns:a16="http://schemas.microsoft.com/office/drawing/2014/main" id="{FDAB432F-854F-42B3-F530-13E74D7AAA8A}"/>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endParaRPr lang="en-US" dirty="0"/>
          </a:p>
        </p:txBody>
      </p:sp>
      <p:sp>
        <p:nvSpPr>
          <p:cNvPr id="6" name="Slide Number Placeholder 13">
            <a:extLst>
              <a:ext uri="{FF2B5EF4-FFF2-40B4-BE49-F238E27FC236}">
                <a16:creationId xmlns:a16="http://schemas.microsoft.com/office/drawing/2014/main" id="{3B9F6906-FD55-4ECF-BC68-21EDA9D47166}"/>
              </a:ext>
            </a:extLst>
          </p:cNvPr>
          <p:cNvSpPr>
            <a:spLocks noGrp="1"/>
          </p:cNvSpPr>
          <p:nvPr>
            <p:ph type="sldNum" sz="quarter" idx="4"/>
          </p:nvPr>
        </p:nvSpPr>
        <p:spPr>
          <a:xfrm>
            <a:off x="11526043" y="6491859"/>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sp>
        <p:nvSpPr>
          <p:cNvPr id="5" name="Content Placeholder 4">
            <a:extLst>
              <a:ext uri="{FF2B5EF4-FFF2-40B4-BE49-F238E27FC236}">
                <a16:creationId xmlns:a16="http://schemas.microsoft.com/office/drawing/2014/main" id="{357B41B5-877C-16C0-86C3-0049A6AEFDB5}"/>
              </a:ext>
            </a:extLst>
          </p:cNvPr>
          <p:cNvSpPr>
            <a:spLocks noGrp="1"/>
          </p:cNvSpPr>
          <p:nvPr>
            <p:ph sz="quarter" idx="10"/>
          </p:nvPr>
        </p:nvSpPr>
        <p:spPr>
          <a:xfrm>
            <a:off x="368300" y="3482975"/>
            <a:ext cx="3444875" cy="25971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Content Placeholder 4">
            <a:extLst>
              <a:ext uri="{FF2B5EF4-FFF2-40B4-BE49-F238E27FC236}">
                <a16:creationId xmlns:a16="http://schemas.microsoft.com/office/drawing/2014/main" id="{AF5BE851-36FB-AE1C-238B-97C05E05B1AD}"/>
              </a:ext>
            </a:extLst>
          </p:cNvPr>
          <p:cNvSpPr>
            <a:spLocks noGrp="1"/>
          </p:cNvSpPr>
          <p:nvPr>
            <p:ph sz="quarter" idx="11"/>
          </p:nvPr>
        </p:nvSpPr>
        <p:spPr>
          <a:xfrm>
            <a:off x="4239222" y="3482975"/>
            <a:ext cx="3444875" cy="25971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8" name="Content Placeholder 4">
            <a:extLst>
              <a:ext uri="{FF2B5EF4-FFF2-40B4-BE49-F238E27FC236}">
                <a16:creationId xmlns:a16="http://schemas.microsoft.com/office/drawing/2014/main" id="{C3EBFD86-34DE-5EF4-510C-8C6F417E6456}"/>
              </a:ext>
            </a:extLst>
          </p:cNvPr>
          <p:cNvSpPr>
            <a:spLocks noGrp="1"/>
          </p:cNvSpPr>
          <p:nvPr>
            <p:ph sz="quarter" idx="12"/>
          </p:nvPr>
        </p:nvSpPr>
        <p:spPr>
          <a:xfrm>
            <a:off x="8077870" y="3482975"/>
            <a:ext cx="3444875" cy="25971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9" name="Title 8">
            <a:extLst>
              <a:ext uri="{FF2B5EF4-FFF2-40B4-BE49-F238E27FC236}">
                <a16:creationId xmlns:a16="http://schemas.microsoft.com/office/drawing/2014/main" id="{87ADAD20-05B4-05C7-E934-6F9C1436EB7E}"/>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2598314601"/>
      </p:ext>
    </p:extLst>
  </p:cSld>
  <p:clrMapOvr>
    <a:masterClrMapping/>
  </p:clrMapOvr>
  <p:extLst>
    <p:ext uri="{DCECCB84-F9BA-43D5-87BE-67443E8EF086}">
      <p15:sldGuideLst xmlns:p15="http://schemas.microsoft.com/office/powerpoint/2012/main"/>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Four Content Infographics">
    <p:spTree>
      <p:nvGrpSpPr>
        <p:cNvPr id="1" name=""/>
        <p:cNvGrpSpPr/>
        <p:nvPr/>
      </p:nvGrpSpPr>
      <p:grpSpPr>
        <a:xfrm>
          <a:off x="0" y="0"/>
          <a:ext cx="0" cy="0"/>
          <a:chOff x="0" y="0"/>
          <a:chExt cx="0" cy="0"/>
        </a:xfrm>
      </p:grpSpPr>
      <p:sp>
        <p:nvSpPr>
          <p:cNvPr id="3" name="Footer Placeholder 4">
            <a:extLst>
              <a:ext uri="{FF2B5EF4-FFF2-40B4-BE49-F238E27FC236}">
                <a16:creationId xmlns:a16="http://schemas.microsoft.com/office/drawing/2014/main" id="{15B11690-3DC6-7B4C-5196-E388A5114687}"/>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endParaRPr lang="en-US" dirty="0"/>
          </a:p>
        </p:txBody>
      </p:sp>
      <p:sp>
        <p:nvSpPr>
          <p:cNvPr id="9" name="Slide Number Placeholder 13">
            <a:extLst>
              <a:ext uri="{FF2B5EF4-FFF2-40B4-BE49-F238E27FC236}">
                <a16:creationId xmlns:a16="http://schemas.microsoft.com/office/drawing/2014/main" id="{408A6C4D-3F5E-1CC8-64FD-F01177BD1E4B}"/>
              </a:ext>
            </a:extLst>
          </p:cNvPr>
          <p:cNvSpPr>
            <a:spLocks noGrp="1"/>
          </p:cNvSpPr>
          <p:nvPr>
            <p:ph type="sldNum" sz="quarter" idx="4"/>
          </p:nvPr>
        </p:nvSpPr>
        <p:spPr>
          <a:xfrm>
            <a:off x="11526043" y="6491859"/>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sp>
        <p:nvSpPr>
          <p:cNvPr id="7" name="Content Placeholder 6">
            <a:extLst>
              <a:ext uri="{FF2B5EF4-FFF2-40B4-BE49-F238E27FC236}">
                <a16:creationId xmlns:a16="http://schemas.microsoft.com/office/drawing/2014/main" id="{DF7CA4CE-E47A-514D-5828-6AA4EAEAA5D3}"/>
              </a:ext>
            </a:extLst>
          </p:cNvPr>
          <p:cNvSpPr>
            <a:spLocks noGrp="1"/>
          </p:cNvSpPr>
          <p:nvPr>
            <p:ph sz="quarter" idx="10"/>
          </p:nvPr>
        </p:nvSpPr>
        <p:spPr>
          <a:xfrm>
            <a:off x="368300" y="3482975"/>
            <a:ext cx="2784475" cy="25971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0" name="Content Placeholder 6">
            <a:extLst>
              <a:ext uri="{FF2B5EF4-FFF2-40B4-BE49-F238E27FC236}">
                <a16:creationId xmlns:a16="http://schemas.microsoft.com/office/drawing/2014/main" id="{BE81782A-2131-81EC-B274-273228A022F2}"/>
              </a:ext>
            </a:extLst>
          </p:cNvPr>
          <p:cNvSpPr>
            <a:spLocks noGrp="1"/>
          </p:cNvSpPr>
          <p:nvPr>
            <p:ph sz="quarter" idx="11"/>
          </p:nvPr>
        </p:nvSpPr>
        <p:spPr>
          <a:xfrm>
            <a:off x="3257550" y="3482975"/>
            <a:ext cx="2784475" cy="25971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1" name="Content Placeholder 6">
            <a:extLst>
              <a:ext uri="{FF2B5EF4-FFF2-40B4-BE49-F238E27FC236}">
                <a16:creationId xmlns:a16="http://schemas.microsoft.com/office/drawing/2014/main" id="{1C7B2FA3-BB01-C042-C3E2-CE1E30B4DC87}"/>
              </a:ext>
            </a:extLst>
          </p:cNvPr>
          <p:cNvSpPr>
            <a:spLocks noGrp="1"/>
          </p:cNvSpPr>
          <p:nvPr>
            <p:ph sz="quarter" idx="12"/>
          </p:nvPr>
        </p:nvSpPr>
        <p:spPr>
          <a:xfrm>
            <a:off x="6149975" y="3482975"/>
            <a:ext cx="2784475" cy="25971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2" name="Content Placeholder 6">
            <a:extLst>
              <a:ext uri="{FF2B5EF4-FFF2-40B4-BE49-F238E27FC236}">
                <a16:creationId xmlns:a16="http://schemas.microsoft.com/office/drawing/2014/main" id="{5817751D-AEF1-E60E-A99F-8E78DF21FF5F}"/>
              </a:ext>
            </a:extLst>
          </p:cNvPr>
          <p:cNvSpPr>
            <a:spLocks noGrp="1"/>
          </p:cNvSpPr>
          <p:nvPr>
            <p:ph sz="quarter" idx="13"/>
          </p:nvPr>
        </p:nvSpPr>
        <p:spPr>
          <a:xfrm>
            <a:off x="9042400" y="3482975"/>
            <a:ext cx="2784475" cy="25971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4" name="Title 13">
            <a:extLst>
              <a:ext uri="{FF2B5EF4-FFF2-40B4-BE49-F238E27FC236}">
                <a16:creationId xmlns:a16="http://schemas.microsoft.com/office/drawing/2014/main" id="{AC495E7E-4FB5-532A-2A69-899751FD4B0E}"/>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64357813"/>
      </p:ext>
    </p:extLst>
  </p:cSld>
  <p:clrMapOvr>
    <a:masterClrMapping/>
  </p:clrMapOvr>
  <p:extLst>
    <p:ext uri="{DCECCB84-F9BA-43D5-87BE-67443E8EF086}">
      <p15:sldGuideLst xmlns:p15="http://schemas.microsoft.com/office/powerpoint/2012/main"/>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 Intro Four Content Four Infographic Boxes">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7A4C48D2-B18D-75C7-0C7E-1D9DB1396098}"/>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endParaRPr lang="en-US" dirty="0"/>
          </a:p>
        </p:txBody>
      </p:sp>
      <p:sp>
        <p:nvSpPr>
          <p:cNvPr id="6" name="Slide Number Placeholder 13">
            <a:extLst>
              <a:ext uri="{FF2B5EF4-FFF2-40B4-BE49-F238E27FC236}">
                <a16:creationId xmlns:a16="http://schemas.microsoft.com/office/drawing/2014/main" id="{D9EBCD51-8DA2-A863-38B9-4D39E92CBCDE}"/>
              </a:ext>
            </a:extLst>
          </p:cNvPr>
          <p:cNvSpPr>
            <a:spLocks noGrp="1"/>
          </p:cNvSpPr>
          <p:nvPr>
            <p:ph type="sldNum" sz="quarter" idx="4"/>
          </p:nvPr>
        </p:nvSpPr>
        <p:spPr>
          <a:xfrm>
            <a:off x="11526043" y="6491859"/>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sp>
        <p:nvSpPr>
          <p:cNvPr id="7" name="Content Placeholder 6">
            <a:extLst>
              <a:ext uri="{FF2B5EF4-FFF2-40B4-BE49-F238E27FC236}">
                <a16:creationId xmlns:a16="http://schemas.microsoft.com/office/drawing/2014/main" id="{EDE25965-5FF0-06E1-006B-1D9AEC33DC63}"/>
              </a:ext>
            </a:extLst>
          </p:cNvPr>
          <p:cNvSpPr>
            <a:spLocks noGrp="1"/>
          </p:cNvSpPr>
          <p:nvPr>
            <p:ph sz="quarter" idx="17"/>
          </p:nvPr>
        </p:nvSpPr>
        <p:spPr>
          <a:xfrm>
            <a:off x="368300" y="1406525"/>
            <a:ext cx="4711700" cy="1447800"/>
          </a:xfrm>
        </p:spPr>
        <p:txBody>
          <a:bodyPr/>
          <a:lstStyle>
            <a:lvl1pPr>
              <a:defRPr sz="1600"/>
            </a:lvl1pPr>
          </a:lstStyle>
          <a:p>
            <a:pPr lvl="0"/>
            <a:r>
              <a:rPr lang="en-US"/>
              <a:t>Click to edit Master text styles</a:t>
            </a:r>
          </a:p>
          <a:p>
            <a:pPr lvl="1"/>
            <a:r>
              <a:rPr lang="en-US"/>
              <a:t>Second level</a:t>
            </a:r>
          </a:p>
          <a:p>
            <a:pPr lvl="2"/>
            <a:r>
              <a:rPr lang="en-US"/>
              <a:t>Third level</a:t>
            </a:r>
          </a:p>
        </p:txBody>
      </p:sp>
      <p:sp>
        <p:nvSpPr>
          <p:cNvPr id="11" name="Content Placeholder 10">
            <a:extLst>
              <a:ext uri="{FF2B5EF4-FFF2-40B4-BE49-F238E27FC236}">
                <a16:creationId xmlns:a16="http://schemas.microsoft.com/office/drawing/2014/main" id="{F248317B-0C78-D1D7-C7AA-97B940FCDFDA}"/>
              </a:ext>
            </a:extLst>
          </p:cNvPr>
          <p:cNvSpPr>
            <a:spLocks noGrp="1"/>
          </p:cNvSpPr>
          <p:nvPr>
            <p:ph sz="quarter" idx="18"/>
          </p:nvPr>
        </p:nvSpPr>
        <p:spPr>
          <a:xfrm>
            <a:off x="368300" y="2959100"/>
            <a:ext cx="2784475" cy="3013075"/>
          </a:xfrm>
          <a:solidFill>
            <a:srgbClr val="FFE8D4"/>
          </a:solidFill>
        </p:spPr>
        <p:txBody>
          <a:bodyPr lIns="144000" rIns="144000" bIns="144000" anchor="b" anchorCtr="0"/>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Content Placeholder 10">
            <a:extLst>
              <a:ext uri="{FF2B5EF4-FFF2-40B4-BE49-F238E27FC236}">
                <a16:creationId xmlns:a16="http://schemas.microsoft.com/office/drawing/2014/main" id="{9E1EEBC7-B3D2-0C33-A1E4-86D938D57B98}"/>
              </a:ext>
            </a:extLst>
          </p:cNvPr>
          <p:cNvSpPr>
            <a:spLocks noGrp="1"/>
          </p:cNvSpPr>
          <p:nvPr>
            <p:ph sz="quarter" idx="19"/>
          </p:nvPr>
        </p:nvSpPr>
        <p:spPr>
          <a:xfrm>
            <a:off x="3257550" y="2959100"/>
            <a:ext cx="2784475" cy="3013075"/>
          </a:xfrm>
          <a:solidFill>
            <a:srgbClr val="FFE8D4"/>
          </a:solidFill>
        </p:spPr>
        <p:txBody>
          <a:bodyPr lIns="144000" rIns="144000" bIns="144000" anchor="b" anchorCtr="0"/>
          <a:lstStyle/>
          <a:p>
            <a:pPr lvl="0"/>
            <a:r>
              <a:rPr lang="en-US"/>
              <a:t>Click to edit Master text styles</a:t>
            </a:r>
          </a:p>
          <a:p>
            <a:pPr lvl="1"/>
            <a:r>
              <a:rPr lang="en-US"/>
              <a:t>Second level</a:t>
            </a:r>
          </a:p>
          <a:p>
            <a:pPr lvl="2"/>
            <a:r>
              <a:rPr lang="en-US"/>
              <a:t>Third level</a:t>
            </a:r>
          </a:p>
          <a:p>
            <a:pPr lvl="3"/>
            <a:r>
              <a:rPr lang="en-US"/>
              <a:t>Fourth level</a:t>
            </a:r>
          </a:p>
        </p:txBody>
      </p:sp>
      <p:sp>
        <p:nvSpPr>
          <p:cNvPr id="14" name="Content Placeholder 10">
            <a:extLst>
              <a:ext uri="{FF2B5EF4-FFF2-40B4-BE49-F238E27FC236}">
                <a16:creationId xmlns:a16="http://schemas.microsoft.com/office/drawing/2014/main" id="{DE61D85C-E065-C899-A314-61A974789950}"/>
              </a:ext>
            </a:extLst>
          </p:cNvPr>
          <p:cNvSpPr>
            <a:spLocks noGrp="1"/>
          </p:cNvSpPr>
          <p:nvPr>
            <p:ph sz="quarter" idx="20"/>
          </p:nvPr>
        </p:nvSpPr>
        <p:spPr>
          <a:xfrm>
            <a:off x="6149975" y="2959100"/>
            <a:ext cx="2784475" cy="3013075"/>
          </a:xfrm>
          <a:solidFill>
            <a:srgbClr val="FFE8D4"/>
          </a:solidFill>
        </p:spPr>
        <p:txBody>
          <a:bodyPr lIns="144000" rIns="144000" bIns="144000" anchor="b" anchorCtr="0"/>
          <a:lstStyle/>
          <a:p>
            <a:pPr lvl="0"/>
            <a:r>
              <a:rPr lang="en-US"/>
              <a:t>Click to edit Master text styles</a:t>
            </a:r>
          </a:p>
          <a:p>
            <a:pPr lvl="1"/>
            <a:r>
              <a:rPr lang="en-US"/>
              <a:t>Second level</a:t>
            </a:r>
          </a:p>
          <a:p>
            <a:pPr lvl="2"/>
            <a:r>
              <a:rPr lang="en-US"/>
              <a:t>Third level</a:t>
            </a:r>
          </a:p>
          <a:p>
            <a:pPr lvl="3"/>
            <a:r>
              <a:rPr lang="en-US"/>
              <a:t>Fourth level</a:t>
            </a:r>
          </a:p>
        </p:txBody>
      </p:sp>
      <p:sp>
        <p:nvSpPr>
          <p:cNvPr id="16" name="Content Placeholder 10">
            <a:extLst>
              <a:ext uri="{FF2B5EF4-FFF2-40B4-BE49-F238E27FC236}">
                <a16:creationId xmlns:a16="http://schemas.microsoft.com/office/drawing/2014/main" id="{2AC1B240-8DE4-93F4-7F67-7A0D12BFCB2D}"/>
              </a:ext>
            </a:extLst>
          </p:cNvPr>
          <p:cNvSpPr>
            <a:spLocks noGrp="1"/>
          </p:cNvSpPr>
          <p:nvPr>
            <p:ph sz="quarter" idx="21"/>
          </p:nvPr>
        </p:nvSpPr>
        <p:spPr>
          <a:xfrm>
            <a:off x="9039225" y="2959100"/>
            <a:ext cx="2784475" cy="3013075"/>
          </a:xfrm>
          <a:solidFill>
            <a:srgbClr val="FFE8D4"/>
          </a:solidFill>
        </p:spPr>
        <p:txBody>
          <a:bodyPr lIns="144000" rIns="144000" bIns="144000" anchor="b" anchorCtr="0"/>
          <a:lstStyle/>
          <a:p>
            <a:pPr lvl="0"/>
            <a:r>
              <a:rPr lang="en-US"/>
              <a:t>Click to edit Master text styles</a:t>
            </a:r>
          </a:p>
          <a:p>
            <a:pPr lvl="1"/>
            <a:r>
              <a:rPr lang="en-US"/>
              <a:t>Second level</a:t>
            </a:r>
          </a:p>
          <a:p>
            <a:pPr lvl="2"/>
            <a:r>
              <a:rPr lang="en-US"/>
              <a:t>Third level</a:t>
            </a:r>
          </a:p>
          <a:p>
            <a:pPr lvl="3"/>
            <a:r>
              <a:rPr lang="en-US"/>
              <a:t>Fourth level</a:t>
            </a:r>
          </a:p>
        </p:txBody>
      </p:sp>
      <p:sp>
        <p:nvSpPr>
          <p:cNvPr id="17" name="Title 16">
            <a:extLst>
              <a:ext uri="{FF2B5EF4-FFF2-40B4-BE49-F238E27FC236}">
                <a16:creationId xmlns:a16="http://schemas.microsoft.com/office/drawing/2014/main" id="{26AF7A0A-28F9-E71C-DA0E-449F854A8D7A}"/>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1635677259"/>
      </p:ext>
    </p:extLst>
  </p:cSld>
  <p:clrMapOvr>
    <a:masterClrMapping/>
  </p:clrMapOvr>
  <p:extLst>
    <p:ext uri="{DCECCB84-F9BA-43D5-87BE-67443E8EF086}">
      <p15:sldGuideLst xmlns:p15="http://schemas.microsoft.com/office/powerpoint/2012/main"/>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Four Content Four Images">
    <p:spTree>
      <p:nvGrpSpPr>
        <p:cNvPr id="1" name=""/>
        <p:cNvGrpSpPr/>
        <p:nvPr/>
      </p:nvGrpSpPr>
      <p:grpSpPr>
        <a:xfrm>
          <a:off x="0" y="0"/>
          <a:ext cx="0" cy="0"/>
          <a:chOff x="0" y="0"/>
          <a:chExt cx="0" cy="0"/>
        </a:xfrm>
      </p:grpSpPr>
      <p:sp>
        <p:nvSpPr>
          <p:cNvPr id="11" name="Picture Placeholder 14">
            <a:extLst>
              <a:ext uri="{FF2B5EF4-FFF2-40B4-BE49-F238E27FC236}">
                <a16:creationId xmlns:a16="http://schemas.microsoft.com/office/drawing/2014/main" id="{5F5E5E69-4FFF-DFC2-659C-7E55787A02F4}"/>
              </a:ext>
              <a:ext uri="{C183D7F6-B498-43B3-948B-1728B52AA6E4}">
                <adec:decorative xmlns:adec="http://schemas.microsoft.com/office/drawing/2017/decorative" val="1"/>
              </a:ext>
            </a:extLst>
          </p:cNvPr>
          <p:cNvSpPr>
            <a:spLocks noGrp="1"/>
          </p:cNvSpPr>
          <p:nvPr>
            <p:ph type="pic" sz="quarter" idx="13"/>
          </p:nvPr>
        </p:nvSpPr>
        <p:spPr>
          <a:xfrm>
            <a:off x="370062" y="1407234"/>
            <a:ext cx="2647951" cy="2455863"/>
          </a:xfrm>
          <a:solidFill>
            <a:schemeClr val="bg2"/>
          </a:solidFill>
        </p:spPr>
        <p:txBody>
          <a:bodyPr tIns="731520"/>
          <a:lstStyle>
            <a:lvl1pPr algn="ctr">
              <a:defRPr/>
            </a:lvl1pPr>
          </a:lstStyle>
          <a:p>
            <a:r>
              <a:rPr lang="en-US"/>
              <a:t>Click icon to add picture</a:t>
            </a:r>
            <a:endParaRPr lang="en-US" dirty="0"/>
          </a:p>
        </p:txBody>
      </p:sp>
      <p:sp>
        <p:nvSpPr>
          <p:cNvPr id="12" name="Picture Placeholder 14">
            <a:extLst>
              <a:ext uri="{FF2B5EF4-FFF2-40B4-BE49-F238E27FC236}">
                <a16:creationId xmlns:a16="http://schemas.microsoft.com/office/drawing/2014/main" id="{FEE2C3B1-D32B-2DC8-8154-D81D141486BF}"/>
              </a:ext>
              <a:ext uri="{C183D7F6-B498-43B3-948B-1728B52AA6E4}">
                <adec:decorative xmlns:adec="http://schemas.microsoft.com/office/drawing/2017/decorative" val="1"/>
              </a:ext>
            </a:extLst>
          </p:cNvPr>
          <p:cNvSpPr>
            <a:spLocks noGrp="1"/>
          </p:cNvSpPr>
          <p:nvPr>
            <p:ph type="pic" sz="quarter" idx="14"/>
          </p:nvPr>
        </p:nvSpPr>
        <p:spPr>
          <a:xfrm>
            <a:off x="3262926" y="1407234"/>
            <a:ext cx="2647951" cy="2455863"/>
          </a:xfrm>
          <a:solidFill>
            <a:schemeClr val="bg2"/>
          </a:solidFill>
        </p:spPr>
        <p:txBody>
          <a:bodyPr tIns="731520"/>
          <a:lstStyle>
            <a:lvl1pPr algn="ctr">
              <a:defRPr/>
            </a:lvl1pPr>
          </a:lstStyle>
          <a:p>
            <a:r>
              <a:rPr lang="en-US"/>
              <a:t>Click icon to add picture</a:t>
            </a:r>
            <a:endParaRPr lang="en-US" dirty="0"/>
          </a:p>
        </p:txBody>
      </p:sp>
      <p:sp>
        <p:nvSpPr>
          <p:cNvPr id="13" name="Picture Placeholder 14">
            <a:extLst>
              <a:ext uri="{FF2B5EF4-FFF2-40B4-BE49-F238E27FC236}">
                <a16:creationId xmlns:a16="http://schemas.microsoft.com/office/drawing/2014/main" id="{E4143737-9FAE-4BEB-0906-D059D53A4E5C}"/>
              </a:ext>
              <a:ext uri="{C183D7F6-B498-43B3-948B-1728B52AA6E4}">
                <adec:decorative xmlns:adec="http://schemas.microsoft.com/office/drawing/2017/decorative" val="1"/>
              </a:ext>
            </a:extLst>
          </p:cNvPr>
          <p:cNvSpPr>
            <a:spLocks noGrp="1"/>
          </p:cNvSpPr>
          <p:nvPr>
            <p:ph type="pic" sz="quarter" idx="15"/>
          </p:nvPr>
        </p:nvSpPr>
        <p:spPr>
          <a:xfrm>
            <a:off x="6155753" y="1407234"/>
            <a:ext cx="2647951" cy="2455863"/>
          </a:xfrm>
          <a:solidFill>
            <a:schemeClr val="bg2"/>
          </a:solidFill>
        </p:spPr>
        <p:txBody>
          <a:bodyPr tIns="731520"/>
          <a:lstStyle>
            <a:lvl1pPr algn="ctr">
              <a:defRPr/>
            </a:lvl1pPr>
          </a:lstStyle>
          <a:p>
            <a:r>
              <a:rPr lang="en-US"/>
              <a:t>Click icon to add picture</a:t>
            </a:r>
            <a:endParaRPr lang="en-US" dirty="0"/>
          </a:p>
        </p:txBody>
      </p:sp>
      <p:sp>
        <p:nvSpPr>
          <p:cNvPr id="14" name="Picture Placeholder 14">
            <a:extLst>
              <a:ext uri="{FF2B5EF4-FFF2-40B4-BE49-F238E27FC236}">
                <a16:creationId xmlns:a16="http://schemas.microsoft.com/office/drawing/2014/main" id="{5FAA5E52-06C6-50C6-842F-09B2897EBA20}"/>
              </a:ext>
              <a:ext uri="{C183D7F6-B498-43B3-948B-1728B52AA6E4}">
                <adec:decorative xmlns:adec="http://schemas.microsoft.com/office/drawing/2017/decorative" val="1"/>
              </a:ext>
            </a:extLst>
          </p:cNvPr>
          <p:cNvSpPr>
            <a:spLocks noGrp="1"/>
          </p:cNvSpPr>
          <p:nvPr>
            <p:ph type="pic" sz="quarter" idx="16"/>
          </p:nvPr>
        </p:nvSpPr>
        <p:spPr>
          <a:xfrm>
            <a:off x="9047972" y="1407234"/>
            <a:ext cx="2647951" cy="2455863"/>
          </a:xfrm>
          <a:solidFill>
            <a:schemeClr val="bg2"/>
          </a:solidFill>
        </p:spPr>
        <p:txBody>
          <a:bodyPr tIns="731520"/>
          <a:lstStyle>
            <a:lvl1pPr algn="ctr">
              <a:defRPr/>
            </a:lvl1pPr>
          </a:lstStyle>
          <a:p>
            <a:r>
              <a:rPr lang="en-US"/>
              <a:t>Click icon to add picture</a:t>
            </a:r>
            <a:endParaRPr lang="en-US" dirty="0"/>
          </a:p>
        </p:txBody>
      </p:sp>
      <p:sp>
        <p:nvSpPr>
          <p:cNvPr id="3" name="Footer Placeholder 4">
            <a:extLst>
              <a:ext uri="{FF2B5EF4-FFF2-40B4-BE49-F238E27FC236}">
                <a16:creationId xmlns:a16="http://schemas.microsoft.com/office/drawing/2014/main" id="{9C3E4A20-48E1-6B96-207C-2A01DD8E971C}"/>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endParaRPr lang="en-US" dirty="0"/>
          </a:p>
        </p:txBody>
      </p:sp>
      <p:sp>
        <p:nvSpPr>
          <p:cNvPr id="9" name="Slide Number Placeholder 13">
            <a:extLst>
              <a:ext uri="{FF2B5EF4-FFF2-40B4-BE49-F238E27FC236}">
                <a16:creationId xmlns:a16="http://schemas.microsoft.com/office/drawing/2014/main" id="{404392E8-8FC9-D8AC-538E-69F5A15C16E5}"/>
              </a:ext>
            </a:extLst>
          </p:cNvPr>
          <p:cNvSpPr>
            <a:spLocks noGrp="1"/>
          </p:cNvSpPr>
          <p:nvPr>
            <p:ph type="sldNum" sz="quarter" idx="4"/>
          </p:nvPr>
        </p:nvSpPr>
        <p:spPr>
          <a:xfrm>
            <a:off x="11526043" y="6491859"/>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sp>
        <p:nvSpPr>
          <p:cNvPr id="10" name="Content Placeholder 9">
            <a:extLst>
              <a:ext uri="{FF2B5EF4-FFF2-40B4-BE49-F238E27FC236}">
                <a16:creationId xmlns:a16="http://schemas.microsoft.com/office/drawing/2014/main" id="{E1769020-22C9-8DED-D532-40F11F2D33CA}"/>
              </a:ext>
            </a:extLst>
          </p:cNvPr>
          <p:cNvSpPr>
            <a:spLocks noGrp="1"/>
          </p:cNvSpPr>
          <p:nvPr>
            <p:ph sz="quarter" idx="17"/>
          </p:nvPr>
        </p:nvSpPr>
        <p:spPr>
          <a:xfrm>
            <a:off x="368300" y="4000500"/>
            <a:ext cx="2692400" cy="20796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5" name="Content Placeholder 9">
            <a:extLst>
              <a:ext uri="{FF2B5EF4-FFF2-40B4-BE49-F238E27FC236}">
                <a16:creationId xmlns:a16="http://schemas.microsoft.com/office/drawing/2014/main" id="{BE4E3AAB-764D-686D-74DE-DD6CA1560316}"/>
              </a:ext>
            </a:extLst>
          </p:cNvPr>
          <p:cNvSpPr>
            <a:spLocks noGrp="1"/>
          </p:cNvSpPr>
          <p:nvPr>
            <p:ph sz="quarter" idx="18"/>
          </p:nvPr>
        </p:nvSpPr>
        <p:spPr>
          <a:xfrm>
            <a:off x="3262926" y="3998912"/>
            <a:ext cx="2692400" cy="20796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7" name="Content Placeholder 9">
            <a:extLst>
              <a:ext uri="{FF2B5EF4-FFF2-40B4-BE49-F238E27FC236}">
                <a16:creationId xmlns:a16="http://schemas.microsoft.com/office/drawing/2014/main" id="{2BEB6BEE-26A1-CA65-94AF-66C85CEB8FB8}"/>
              </a:ext>
            </a:extLst>
          </p:cNvPr>
          <p:cNvSpPr>
            <a:spLocks noGrp="1"/>
          </p:cNvSpPr>
          <p:nvPr>
            <p:ph sz="quarter" idx="19"/>
          </p:nvPr>
        </p:nvSpPr>
        <p:spPr>
          <a:xfrm>
            <a:off x="6149975" y="3998912"/>
            <a:ext cx="2692400" cy="20796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8" name="Content Placeholder 9">
            <a:extLst>
              <a:ext uri="{FF2B5EF4-FFF2-40B4-BE49-F238E27FC236}">
                <a16:creationId xmlns:a16="http://schemas.microsoft.com/office/drawing/2014/main" id="{E50EC622-9E3E-7826-5B6E-3F05131728C6}"/>
              </a:ext>
            </a:extLst>
          </p:cNvPr>
          <p:cNvSpPr>
            <a:spLocks noGrp="1"/>
          </p:cNvSpPr>
          <p:nvPr>
            <p:ph sz="quarter" idx="20"/>
          </p:nvPr>
        </p:nvSpPr>
        <p:spPr>
          <a:xfrm>
            <a:off x="9047972" y="3998912"/>
            <a:ext cx="2692400" cy="20796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9" name="Title 18">
            <a:extLst>
              <a:ext uri="{FF2B5EF4-FFF2-40B4-BE49-F238E27FC236}">
                <a16:creationId xmlns:a16="http://schemas.microsoft.com/office/drawing/2014/main" id="{87CC549C-7C7A-4C05-D6A7-8187C41504D4}"/>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879869548"/>
      </p:ext>
    </p:extLst>
  </p:cSld>
  <p:clrMapOvr>
    <a:masterClrMapping/>
  </p:clrMapOvr>
  <p:extLst>
    <p:ext uri="{DCECCB84-F9BA-43D5-87BE-67443E8EF086}">
      <p15:sldGuideLst xmlns:p15="http://schemas.microsoft.com/office/powerpoint/2012/main"/>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Four Content One Image">
    <p:spTree>
      <p:nvGrpSpPr>
        <p:cNvPr id="1" name=""/>
        <p:cNvGrpSpPr/>
        <p:nvPr/>
      </p:nvGrpSpPr>
      <p:grpSpPr>
        <a:xfrm>
          <a:off x="0" y="0"/>
          <a:ext cx="0" cy="0"/>
          <a:chOff x="0" y="0"/>
          <a:chExt cx="0" cy="0"/>
        </a:xfrm>
      </p:grpSpPr>
      <p:sp>
        <p:nvSpPr>
          <p:cNvPr id="8" name="Picture Placeholder 14">
            <a:extLst>
              <a:ext uri="{FF2B5EF4-FFF2-40B4-BE49-F238E27FC236}">
                <a16:creationId xmlns:a16="http://schemas.microsoft.com/office/drawing/2014/main" id="{A4F26F45-080E-2E94-7AE8-D48A53D6BB61}"/>
              </a:ext>
              <a:ext uri="{C183D7F6-B498-43B3-948B-1728B52AA6E4}">
                <adec:decorative xmlns:adec="http://schemas.microsoft.com/office/drawing/2017/decorative" val="1"/>
              </a:ext>
            </a:extLst>
          </p:cNvPr>
          <p:cNvSpPr>
            <a:spLocks noGrp="1"/>
          </p:cNvSpPr>
          <p:nvPr>
            <p:ph type="pic" sz="quarter" idx="13"/>
          </p:nvPr>
        </p:nvSpPr>
        <p:spPr>
          <a:xfrm>
            <a:off x="6154054" y="1407234"/>
            <a:ext cx="5669646" cy="2482141"/>
          </a:xfrm>
          <a:solidFill>
            <a:schemeClr val="bg2"/>
          </a:solidFill>
        </p:spPr>
        <p:txBody>
          <a:bodyPr tIns="731520"/>
          <a:lstStyle>
            <a:lvl1pPr algn="ctr">
              <a:defRPr/>
            </a:lvl1pPr>
          </a:lstStyle>
          <a:p>
            <a:r>
              <a:rPr lang="en-US"/>
              <a:t>Click icon to add picture</a:t>
            </a:r>
            <a:endParaRPr lang="en-US" dirty="0"/>
          </a:p>
        </p:txBody>
      </p:sp>
      <p:sp>
        <p:nvSpPr>
          <p:cNvPr id="3" name="Footer Placeholder 4">
            <a:extLst>
              <a:ext uri="{FF2B5EF4-FFF2-40B4-BE49-F238E27FC236}">
                <a16:creationId xmlns:a16="http://schemas.microsoft.com/office/drawing/2014/main" id="{15361E65-8489-022E-9A46-0B36035A11B5}"/>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endParaRPr lang="en-US" dirty="0"/>
          </a:p>
        </p:txBody>
      </p:sp>
      <p:sp>
        <p:nvSpPr>
          <p:cNvPr id="5" name="Slide Number Placeholder 13">
            <a:extLst>
              <a:ext uri="{FF2B5EF4-FFF2-40B4-BE49-F238E27FC236}">
                <a16:creationId xmlns:a16="http://schemas.microsoft.com/office/drawing/2014/main" id="{6F60ED92-61BC-58F9-6255-C99E6BFB73B0}"/>
              </a:ext>
            </a:extLst>
          </p:cNvPr>
          <p:cNvSpPr>
            <a:spLocks noGrp="1"/>
          </p:cNvSpPr>
          <p:nvPr>
            <p:ph type="sldNum" sz="quarter" idx="4"/>
          </p:nvPr>
        </p:nvSpPr>
        <p:spPr>
          <a:xfrm>
            <a:off x="11526043" y="6491859"/>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sp>
        <p:nvSpPr>
          <p:cNvPr id="6" name="Content Placeholder 5">
            <a:extLst>
              <a:ext uri="{FF2B5EF4-FFF2-40B4-BE49-F238E27FC236}">
                <a16:creationId xmlns:a16="http://schemas.microsoft.com/office/drawing/2014/main" id="{4903BE73-FFB9-9122-4626-1B97EB913FE8}"/>
              </a:ext>
            </a:extLst>
          </p:cNvPr>
          <p:cNvSpPr>
            <a:spLocks noGrp="1"/>
          </p:cNvSpPr>
          <p:nvPr>
            <p:ph sz="quarter" idx="16"/>
          </p:nvPr>
        </p:nvSpPr>
        <p:spPr>
          <a:xfrm>
            <a:off x="369888" y="1406525"/>
            <a:ext cx="2782887" cy="4565650"/>
          </a:xfrm>
        </p:spPr>
        <p:txBody>
          <a:bodyPr/>
          <a:lstStyle>
            <a:lvl1pPr>
              <a:defRPr sz="2400"/>
            </a:lvl1pPr>
          </a:lstStyle>
          <a:p>
            <a:pPr lvl="0"/>
            <a:r>
              <a:rPr lang="en-US"/>
              <a:t>Click to edit Master text styles</a:t>
            </a:r>
          </a:p>
        </p:txBody>
      </p:sp>
      <p:sp>
        <p:nvSpPr>
          <p:cNvPr id="11" name="Content Placeholder 10">
            <a:extLst>
              <a:ext uri="{FF2B5EF4-FFF2-40B4-BE49-F238E27FC236}">
                <a16:creationId xmlns:a16="http://schemas.microsoft.com/office/drawing/2014/main" id="{42EA7D05-D7C0-FDE4-0EBC-5FC8729460EF}"/>
              </a:ext>
            </a:extLst>
          </p:cNvPr>
          <p:cNvSpPr>
            <a:spLocks noGrp="1"/>
          </p:cNvSpPr>
          <p:nvPr>
            <p:ph sz="quarter" idx="17"/>
          </p:nvPr>
        </p:nvSpPr>
        <p:spPr>
          <a:xfrm>
            <a:off x="3257550" y="1406525"/>
            <a:ext cx="2784475" cy="45656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4" name="Content Placeholder 13">
            <a:extLst>
              <a:ext uri="{FF2B5EF4-FFF2-40B4-BE49-F238E27FC236}">
                <a16:creationId xmlns:a16="http://schemas.microsoft.com/office/drawing/2014/main" id="{73B30585-2E0B-0145-792D-87F4CBF909B1}"/>
              </a:ext>
            </a:extLst>
          </p:cNvPr>
          <p:cNvSpPr>
            <a:spLocks noGrp="1"/>
          </p:cNvSpPr>
          <p:nvPr>
            <p:ph sz="quarter" idx="18"/>
          </p:nvPr>
        </p:nvSpPr>
        <p:spPr>
          <a:xfrm>
            <a:off x="6149975" y="4000500"/>
            <a:ext cx="2781300" cy="19716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7" name="Content Placeholder 13">
            <a:extLst>
              <a:ext uri="{FF2B5EF4-FFF2-40B4-BE49-F238E27FC236}">
                <a16:creationId xmlns:a16="http://schemas.microsoft.com/office/drawing/2014/main" id="{CF1ADCBF-761E-4BC8-95AF-5ED8A304B911}"/>
              </a:ext>
            </a:extLst>
          </p:cNvPr>
          <p:cNvSpPr>
            <a:spLocks noGrp="1"/>
          </p:cNvSpPr>
          <p:nvPr>
            <p:ph sz="quarter" idx="19"/>
          </p:nvPr>
        </p:nvSpPr>
        <p:spPr>
          <a:xfrm>
            <a:off x="9042400" y="4000500"/>
            <a:ext cx="2781300" cy="19716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8" name="Title 17">
            <a:extLst>
              <a:ext uri="{FF2B5EF4-FFF2-40B4-BE49-F238E27FC236}">
                <a16:creationId xmlns:a16="http://schemas.microsoft.com/office/drawing/2014/main" id="{FD1333CB-59A1-E4BE-4739-1CA1A660FB0F}"/>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1896626410"/>
      </p:ext>
    </p:extLst>
  </p:cSld>
  <p:clrMapOvr>
    <a:masterClrMapping/>
  </p:clrMapOvr>
  <p:extLst>
    <p:ext uri="{DCECCB84-F9BA-43D5-87BE-67443E8EF086}">
      <p15:sldGuideLst xmlns:p15="http://schemas.microsoft.com/office/powerpoint/2012/main"/>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Six Content">
    <p:spTree>
      <p:nvGrpSpPr>
        <p:cNvPr id="1" name=""/>
        <p:cNvGrpSpPr/>
        <p:nvPr/>
      </p:nvGrpSpPr>
      <p:grpSpPr>
        <a:xfrm>
          <a:off x="0" y="0"/>
          <a:ext cx="0" cy="0"/>
          <a:chOff x="0" y="0"/>
          <a:chExt cx="0" cy="0"/>
        </a:xfrm>
      </p:grpSpPr>
      <p:sp>
        <p:nvSpPr>
          <p:cNvPr id="3" name="Footer Placeholder 4">
            <a:extLst>
              <a:ext uri="{FF2B5EF4-FFF2-40B4-BE49-F238E27FC236}">
                <a16:creationId xmlns:a16="http://schemas.microsoft.com/office/drawing/2014/main" id="{9FC01FB3-8B1A-6F97-AB07-F4AF0F675FEA}"/>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endParaRPr lang="en-US" dirty="0"/>
          </a:p>
        </p:txBody>
      </p:sp>
      <p:sp>
        <p:nvSpPr>
          <p:cNvPr id="5" name="Slide Number Placeholder 13">
            <a:extLst>
              <a:ext uri="{FF2B5EF4-FFF2-40B4-BE49-F238E27FC236}">
                <a16:creationId xmlns:a16="http://schemas.microsoft.com/office/drawing/2014/main" id="{2E9AFACD-CF24-6CBE-B881-BC672575304B}"/>
              </a:ext>
            </a:extLst>
          </p:cNvPr>
          <p:cNvSpPr>
            <a:spLocks noGrp="1"/>
          </p:cNvSpPr>
          <p:nvPr>
            <p:ph type="sldNum" sz="quarter" idx="4"/>
          </p:nvPr>
        </p:nvSpPr>
        <p:spPr>
          <a:xfrm>
            <a:off x="11526043" y="6491859"/>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sp>
        <p:nvSpPr>
          <p:cNvPr id="10" name="Content Placeholder 9">
            <a:extLst>
              <a:ext uri="{FF2B5EF4-FFF2-40B4-BE49-F238E27FC236}">
                <a16:creationId xmlns:a16="http://schemas.microsoft.com/office/drawing/2014/main" id="{B1E147C2-A10D-59C4-CC48-6D69F1DA6177}"/>
              </a:ext>
            </a:extLst>
          </p:cNvPr>
          <p:cNvSpPr>
            <a:spLocks noGrp="1"/>
          </p:cNvSpPr>
          <p:nvPr>
            <p:ph sz="quarter" idx="10"/>
          </p:nvPr>
        </p:nvSpPr>
        <p:spPr>
          <a:xfrm>
            <a:off x="368300" y="1924050"/>
            <a:ext cx="1819275" cy="4048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1" name="Content Placeholder 9">
            <a:extLst>
              <a:ext uri="{FF2B5EF4-FFF2-40B4-BE49-F238E27FC236}">
                <a16:creationId xmlns:a16="http://schemas.microsoft.com/office/drawing/2014/main" id="{A86AE55E-C7BC-EC71-C728-F72A80B86C83}"/>
              </a:ext>
            </a:extLst>
          </p:cNvPr>
          <p:cNvSpPr>
            <a:spLocks noGrp="1"/>
          </p:cNvSpPr>
          <p:nvPr>
            <p:ph sz="quarter" idx="11"/>
          </p:nvPr>
        </p:nvSpPr>
        <p:spPr>
          <a:xfrm>
            <a:off x="2295525" y="1924050"/>
            <a:ext cx="1819275" cy="4048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2" name="Content Placeholder 9">
            <a:extLst>
              <a:ext uri="{FF2B5EF4-FFF2-40B4-BE49-F238E27FC236}">
                <a16:creationId xmlns:a16="http://schemas.microsoft.com/office/drawing/2014/main" id="{F55CDC6F-9090-45B3-C7DF-1D1A5E390D2C}"/>
              </a:ext>
            </a:extLst>
          </p:cNvPr>
          <p:cNvSpPr>
            <a:spLocks noGrp="1"/>
          </p:cNvSpPr>
          <p:nvPr>
            <p:ph sz="quarter" idx="12"/>
          </p:nvPr>
        </p:nvSpPr>
        <p:spPr>
          <a:xfrm>
            <a:off x="4219575" y="1924050"/>
            <a:ext cx="1819275" cy="4048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3" name="Content Placeholder 9">
            <a:extLst>
              <a:ext uri="{FF2B5EF4-FFF2-40B4-BE49-F238E27FC236}">
                <a16:creationId xmlns:a16="http://schemas.microsoft.com/office/drawing/2014/main" id="{CB40FF7B-D30A-160F-9C8B-1003AE57EE92}"/>
              </a:ext>
            </a:extLst>
          </p:cNvPr>
          <p:cNvSpPr>
            <a:spLocks noGrp="1"/>
          </p:cNvSpPr>
          <p:nvPr>
            <p:ph sz="quarter" idx="13"/>
          </p:nvPr>
        </p:nvSpPr>
        <p:spPr>
          <a:xfrm>
            <a:off x="6146800" y="1924050"/>
            <a:ext cx="1819275" cy="4048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4" name="Content Placeholder 9">
            <a:extLst>
              <a:ext uri="{FF2B5EF4-FFF2-40B4-BE49-F238E27FC236}">
                <a16:creationId xmlns:a16="http://schemas.microsoft.com/office/drawing/2014/main" id="{97083C73-43EE-6C29-DF37-8BDBD145922F}"/>
              </a:ext>
            </a:extLst>
          </p:cNvPr>
          <p:cNvSpPr>
            <a:spLocks noGrp="1"/>
          </p:cNvSpPr>
          <p:nvPr>
            <p:ph sz="quarter" idx="14"/>
          </p:nvPr>
        </p:nvSpPr>
        <p:spPr>
          <a:xfrm>
            <a:off x="8077200" y="1924050"/>
            <a:ext cx="1819275" cy="4048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5" name="Content Placeholder 9">
            <a:extLst>
              <a:ext uri="{FF2B5EF4-FFF2-40B4-BE49-F238E27FC236}">
                <a16:creationId xmlns:a16="http://schemas.microsoft.com/office/drawing/2014/main" id="{FAAF6896-CE8D-11B6-CDB6-B5581B467D87}"/>
              </a:ext>
            </a:extLst>
          </p:cNvPr>
          <p:cNvSpPr>
            <a:spLocks noGrp="1"/>
          </p:cNvSpPr>
          <p:nvPr>
            <p:ph sz="quarter" idx="15"/>
          </p:nvPr>
        </p:nvSpPr>
        <p:spPr>
          <a:xfrm>
            <a:off x="10004425" y="1924050"/>
            <a:ext cx="1819275" cy="4048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9" name="Title 18">
            <a:extLst>
              <a:ext uri="{FF2B5EF4-FFF2-40B4-BE49-F238E27FC236}">
                <a16:creationId xmlns:a16="http://schemas.microsoft.com/office/drawing/2014/main" id="{EE952CC9-7B70-01FB-582B-30F68D4C37F3}"/>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3942389412"/>
      </p:ext>
    </p:extLst>
  </p:cSld>
  <p:clrMapOvr>
    <a:masterClrMapping/>
  </p:clrMapOvr>
  <p:extLst>
    <p:ext uri="{DCECCB84-F9BA-43D5-87BE-67443E8EF086}">
      <p15:sldGuideLst xmlns:p15="http://schemas.microsoft.com/office/powerpoint/2012/main"/>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Six Content Subtitle">
    <p:spTree>
      <p:nvGrpSpPr>
        <p:cNvPr id="1" name=""/>
        <p:cNvGrpSpPr/>
        <p:nvPr/>
      </p:nvGrpSpPr>
      <p:grpSpPr>
        <a:xfrm>
          <a:off x="0" y="0"/>
          <a:ext cx="0" cy="0"/>
          <a:chOff x="0" y="0"/>
          <a:chExt cx="0" cy="0"/>
        </a:xfrm>
      </p:grpSpPr>
      <p:sp>
        <p:nvSpPr>
          <p:cNvPr id="3" name="Footer Placeholder 4">
            <a:extLst>
              <a:ext uri="{FF2B5EF4-FFF2-40B4-BE49-F238E27FC236}">
                <a16:creationId xmlns:a16="http://schemas.microsoft.com/office/drawing/2014/main" id="{9FC01FB3-8B1A-6F97-AB07-F4AF0F675FEA}"/>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endParaRPr lang="en-US" dirty="0"/>
          </a:p>
        </p:txBody>
      </p:sp>
      <p:sp>
        <p:nvSpPr>
          <p:cNvPr id="5" name="Slide Number Placeholder 13">
            <a:extLst>
              <a:ext uri="{FF2B5EF4-FFF2-40B4-BE49-F238E27FC236}">
                <a16:creationId xmlns:a16="http://schemas.microsoft.com/office/drawing/2014/main" id="{2E9AFACD-CF24-6CBE-B881-BC672575304B}"/>
              </a:ext>
            </a:extLst>
          </p:cNvPr>
          <p:cNvSpPr>
            <a:spLocks noGrp="1"/>
          </p:cNvSpPr>
          <p:nvPr>
            <p:ph type="sldNum" sz="quarter" idx="4"/>
          </p:nvPr>
        </p:nvSpPr>
        <p:spPr>
          <a:xfrm>
            <a:off x="11526043" y="6491859"/>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sp>
        <p:nvSpPr>
          <p:cNvPr id="4" name="Text Placeholder 3">
            <a:extLst>
              <a:ext uri="{FF2B5EF4-FFF2-40B4-BE49-F238E27FC236}">
                <a16:creationId xmlns:a16="http://schemas.microsoft.com/office/drawing/2014/main" id="{1C018B1A-B52B-AC9A-63B1-F00217B38E41}"/>
              </a:ext>
            </a:extLst>
          </p:cNvPr>
          <p:cNvSpPr>
            <a:spLocks noGrp="1"/>
          </p:cNvSpPr>
          <p:nvPr>
            <p:ph type="body" sz="quarter" idx="15"/>
          </p:nvPr>
        </p:nvSpPr>
        <p:spPr>
          <a:xfrm>
            <a:off x="369364" y="886968"/>
            <a:ext cx="11453639" cy="519557"/>
          </a:xfrm>
        </p:spPr>
        <p:txBody>
          <a:bodyPr/>
          <a:lstStyle>
            <a:lvl1pPr>
              <a:defRPr sz="1800"/>
            </a:lvl1pPr>
          </a:lstStyle>
          <a:p>
            <a:pPr lvl="0"/>
            <a:r>
              <a:rPr lang="en-US"/>
              <a:t>Click to edit Master text styles</a:t>
            </a:r>
          </a:p>
        </p:txBody>
      </p:sp>
      <p:sp>
        <p:nvSpPr>
          <p:cNvPr id="2" name="Title Placeholder 1">
            <a:extLst>
              <a:ext uri="{FF2B5EF4-FFF2-40B4-BE49-F238E27FC236}">
                <a16:creationId xmlns:a16="http://schemas.microsoft.com/office/drawing/2014/main" id="{F7150835-224A-C855-A540-11B95474A75B}"/>
              </a:ext>
            </a:extLst>
          </p:cNvPr>
          <p:cNvSpPr>
            <a:spLocks noGrp="1"/>
          </p:cNvSpPr>
          <p:nvPr>
            <p:ph type="title"/>
          </p:nvPr>
        </p:nvSpPr>
        <p:spPr>
          <a:xfrm>
            <a:off x="370061" y="370063"/>
            <a:ext cx="11453639" cy="404637"/>
          </a:xfrm>
          <a:prstGeom prst="rect">
            <a:avLst/>
          </a:prstGeom>
        </p:spPr>
        <p:txBody>
          <a:bodyPr vert="horz" lIns="0" tIns="0" rIns="0" bIns="0" rtlCol="0" anchor="t" anchorCtr="0">
            <a:noAutofit/>
          </a:bodyPr>
          <a:lstStyle/>
          <a:p>
            <a:r>
              <a:rPr lang="en-US"/>
              <a:t>Click to edit Master title style</a:t>
            </a:r>
            <a:endParaRPr lang="en-US" dirty="0"/>
          </a:p>
        </p:txBody>
      </p:sp>
      <p:sp>
        <p:nvSpPr>
          <p:cNvPr id="10" name="Content Placeholder 9">
            <a:extLst>
              <a:ext uri="{FF2B5EF4-FFF2-40B4-BE49-F238E27FC236}">
                <a16:creationId xmlns:a16="http://schemas.microsoft.com/office/drawing/2014/main" id="{83A6C828-337E-DF3F-E796-CD513517E4D6}"/>
              </a:ext>
            </a:extLst>
          </p:cNvPr>
          <p:cNvSpPr>
            <a:spLocks noGrp="1"/>
          </p:cNvSpPr>
          <p:nvPr>
            <p:ph sz="quarter" idx="10"/>
          </p:nvPr>
        </p:nvSpPr>
        <p:spPr>
          <a:xfrm>
            <a:off x="368300" y="1924050"/>
            <a:ext cx="1819275" cy="4048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1" name="Content Placeholder 9">
            <a:extLst>
              <a:ext uri="{FF2B5EF4-FFF2-40B4-BE49-F238E27FC236}">
                <a16:creationId xmlns:a16="http://schemas.microsoft.com/office/drawing/2014/main" id="{5039018F-04C9-76F6-FBBC-358D2F0A1005}"/>
              </a:ext>
            </a:extLst>
          </p:cNvPr>
          <p:cNvSpPr>
            <a:spLocks noGrp="1"/>
          </p:cNvSpPr>
          <p:nvPr>
            <p:ph sz="quarter" idx="11"/>
          </p:nvPr>
        </p:nvSpPr>
        <p:spPr>
          <a:xfrm>
            <a:off x="2295525" y="1924050"/>
            <a:ext cx="1819275" cy="4048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2" name="Content Placeholder 9">
            <a:extLst>
              <a:ext uri="{FF2B5EF4-FFF2-40B4-BE49-F238E27FC236}">
                <a16:creationId xmlns:a16="http://schemas.microsoft.com/office/drawing/2014/main" id="{F0641CF8-17DD-D58B-57D0-930294460401}"/>
              </a:ext>
            </a:extLst>
          </p:cNvPr>
          <p:cNvSpPr>
            <a:spLocks noGrp="1"/>
          </p:cNvSpPr>
          <p:nvPr>
            <p:ph sz="quarter" idx="12"/>
          </p:nvPr>
        </p:nvSpPr>
        <p:spPr>
          <a:xfrm>
            <a:off x="4219575" y="1924050"/>
            <a:ext cx="1819275" cy="4048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3" name="Content Placeholder 9">
            <a:extLst>
              <a:ext uri="{FF2B5EF4-FFF2-40B4-BE49-F238E27FC236}">
                <a16:creationId xmlns:a16="http://schemas.microsoft.com/office/drawing/2014/main" id="{F8C87661-3C9C-724E-425D-6BFB684FAA53}"/>
              </a:ext>
            </a:extLst>
          </p:cNvPr>
          <p:cNvSpPr>
            <a:spLocks noGrp="1"/>
          </p:cNvSpPr>
          <p:nvPr>
            <p:ph sz="quarter" idx="13"/>
          </p:nvPr>
        </p:nvSpPr>
        <p:spPr>
          <a:xfrm>
            <a:off x="6146800" y="1924050"/>
            <a:ext cx="1819275" cy="4048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4" name="Content Placeholder 9">
            <a:extLst>
              <a:ext uri="{FF2B5EF4-FFF2-40B4-BE49-F238E27FC236}">
                <a16:creationId xmlns:a16="http://schemas.microsoft.com/office/drawing/2014/main" id="{C1CA5D93-F653-F2C0-8751-8A90F765D494}"/>
              </a:ext>
            </a:extLst>
          </p:cNvPr>
          <p:cNvSpPr>
            <a:spLocks noGrp="1"/>
          </p:cNvSpPr>
          <p:nvPr>
            <p:ph sz="quarter" idx="14"/>
          </p:nvPr>
        </p:nvSpPr>
        <p:spPr>
          <a:xfrm>
            <a:off x="8077200" y="1924050"/>
            <a:ext cx="1819275" cy="4048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5" name="Content Placeholder 9">
            <a:extLst>
              <a:ext uri="{FF2B5EF4-FFF2-40B4-BE49-F238E27FC236}">
                <a16:creationId xmlns:a16="http://schemas.microsoft.com/office/drawing/2014/main" id="{59DA2641-90BA-C589-4AC5-93DB0472E745}"/>
              </a:ext>
            </a:extLst>
          </p:cNvPr>
          <p:cNvSpPr>
            <a:spLocks noGrp="1"/>
          </p:cNvSpPr>
          <p:nvPr>
            <p:ph sz="quarter" idx="16"/>
          </p:nvPr>
        </p:nvSpPr>
        <p:spPr>
          <a:xfrm>
            <a:off x="10004425" y="1924050"/>
            <a:ext cx="1819275" cy="4048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3975973186"/>
      </p:ext>
    </p:extLst>
  </p:cSld>
  <p:clrMapOvr>
    <a:masterClrMapping/>
  </p:clrMapOvr>
  <p:extLst>
    <p:ext uri="{DCECCB84-F9BA-43D5-87BE-67443E8EF086}">
      <p15:sldGuideLst xmlns:p15="http://schemas.microsoft.com/office/powerpoint/2012/main"/>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Six Content Six Numbers">
    <p:spTree>
      <p:nvGrpSpPr>
        <p:cNvPr id="1" name=""/>
        <p:cNvGrpSpPr/>
        <p:nvPr/>
      </p:nvGrpSpPr>
      <p:grpSpPr>
        <a:xfrm>
          <a:off x="0" y="0"/>
          <a:ext cx="0" cy="0"/>
          <a:chOff x="0" y="0"/>
          <a:chExt cx="0" cy="0"/>
        </a:xfrm>
      </p:grpSpPr>
      <p:sp>
        <p:nvSpPr>
          <p:cNvPr id="11" name="Text Placeholder 2">
            <a:extLst>
              <a:ext uri="{FF2B5EF4-FFF2-40B4-BE49-F238E27FC236}">
                <a16:creationId xmlns:a16="http://schemas.microsoft.com/office/drawing/2014/main" id="{93E53EE2-D031-FB0F-FA32-18DFB38D8530}"/>
              </a:ext>
            </a:extLst>
          </p:cNvPr>
          <p:cNvSpPr>
            <a:spLocks noGrp="1"/>
          </p:cNvSpPr>
          <p:nvPr>
            <p:ph type="body" idx="15" hasCustomPrompt="1"/>
          </p:nvPr>
        </p:nvSpPr>
        <p:spPr>
          <a:xfrm>
            <a:off x="370062" y="1933273"/>
            <a:ext cx="1800543" cy="1415772"/>
          </a:xfrm>
        </p:spPr>
        <p:txBody>
          <a:bodyPr wrap="square">
            <a:spAutoFit/>
          </a:bodyPr>
          <a:lstStyle>
            <a:lvl1pPr marL="0" indent="0" algn="l">
              <a:lnSpc>
                <a:spcPct val="80000"/>
              </a:lnSpc>
              <a:spcBef>
                <a:spcPts val="0"/>
              </a:spcBef>
              <a:spcAft>
                <a:spcPts val="0"/>
              </a:spcAft>
              <a:buNone/>
              <a:defRPr sz="11500" b="0" kern="100" spc="-50" baseline="0">
                <a:solidFill>
                  <a:schemeClr val="accent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0</a:t>
            </a:r>
          </a:p>
        </p:txBody>
      </p:sp>
      <p:sp>
        <p:nvSpPr>
          <p:cNvPr id="12" name="Text Placeholder 2">
            <a:extLst>
              <a:ext uri="{FF2B5EF4-FFF2-40B4-BE49-F238E27FC236}">
                <a16:creationId xmlns:a16="http://schemas.microsoft.com/office/drawing/2014/main" id="{3544A30F-D4EB-D59A-37AC-6229A950B4EE}"/>
              </a:ext>
            </a:extLst>
          </p:cNvPr>
          <p:cNvSpPr>
            <a:spLocks noGrp="1"/>
          </p:cNvSpPr>
          <p:nvPr>
            <p:ph type="body" idx="16" hasCustomPrompt="1"/>
          </p:nvPr>
        </p:nvSpPr>
        <p:spPr>
          <a:xfrm>
            <a:off x="2294159" y="1933273"/>
            <a:ext cx="1800543" cy="1415772"/>
          </a:xfrm>
        </p:spPr>
        <p:txBody>
          <a:bodyPr wrap="square">
            <a:spAutoFit/>
          </a:bodyPr>
          <a:lstStyle>
            <a:lvl1pPr marL="0" indent="0" algn="l">
              <a:lnSpc>
                <a:spcPct val="80000"/>
              </a:lnSpc>
              <a:spcBef>
                <a:spcPts val="0"/>
              </a:spcBef>
              <a:spcAft>
                <a:spcPts val="0"/>
              </a:spcAft>
              <a:buNone/>
              <a:defRPr sz="11500" b="0" kern="100" spc="-50" baseline="0">
                <a:solidFill>
                  <a:schemeClr val="accent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0</a:t>
            </a:r>
          </a:p>
        </p:txBody>
      </p:sp>
      <p:sp>
        <p:nvSpPr>
          <p:cNvPr id="13" name="Text Placeholder 2">
            <a:extLst>
              <a:ext uri="{FF2B5EF4-FFF2-40B4-BE49-F238E27FC236}">
                <a16:creationId xmlns:a16="http://schemas.microsoft.com/office/drawing/2014/main" id="{CC17F671-8B9C-F9FE-AEDA-9A8FBDDADA36}"/>
              </a:ext>
            </a:extLst>
          </p:cNvPr>
          <p:cNvSpPr>
            <a:spLocks noGrp="1"/>
          </p:cNvSpPr>
          <p:nvPr>
            <p:ph type="body" idx="17" hasCustomPrompt="1"/>
          </p:nvPr>
        </p:nvSpPr>
        <p:spPr>
          <a:xfrm>
            <a:off x="4227490" y="1933273"/>
            <a:ext cx="1800543" cy="1415772"/>
          </a:xfrm>
        </p:spPr>
        <p:txBody>
          <a:bodyPr wrap="square">
            <a:spAutoFit/>
          </a:bodyPr>
          <a:lstStyle>
            <a:lvl1pPr marL="0" indent="0" algn="l">
              <a:lnSpc>
                <a:spcPct val="80000"/>
              </a:lnSpc>
              <a:spcBef>
                <a:spcPts val="0"/>
              </a:spcBef>
              <a:spcAft>
                <a:spcPts val="0"/>
              </a:spcAft>
              <a:buNone/>
              <a:defRPr sz="11500" b="0" kern="100" spc="-50" baseline="0">
                <a:solidFill>
                  <a:schemeClr val="accent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0</a:t>
            </a:r>
          </a:p>
        </p:txBody>
      </p:sp>
      <p:sp>
        <p:nvSpPr>
          <p:cNvPr id="14" name="Text Placeholder 2">
            <a:extLst>
              <a:ext uri="{FF2B5EF4-FFF2-40B4-BE49-F238E27FC236}">
                <a16:creationId xmlns:a16="http://schemas.microsoft.com/office/drawing/2014/main" id="{ECE30FE5-2A66-1ECD-730E-80C2B769357F}"/>
              </a:ext>
            </a:extLst>
          </p:cNvPr>
          <p:cNvSpPr>
            <a:spLocks noGrp="1"/>
          </p:cNvSpPr>
          <p:nvPr>
            <p:ph type="body" idx="18" hasCustomPrompt="1"/>
          </p:nvPr>
        </p:nvSpPr>
        <p:spPr>
          <a:xfrm>
            <a:off x="6146253" y="1933273"/>
            <a:ext cx="1800543" cy="1415772"/>
          </a:xfrm>
        </p:spPr>
        <p:txBody>
          <a:bodyPr wrap="square">
            <a:spAutoFit/>
          </a:bodyPr>
          <a:lstStyle>
            <a:lvl1pPr marL="0" indent="0" algn="l">
              <a:lnSpc>
                <a:spcPct val="80000"/>
              </a:lnSpc>
              <a:spcBef>
                <a:spcPts val="0"/>
              </a:spcBef>
              <a:spcAft>
                <a:spcPts val="0"/>
              </a:spcAft>
              <a:buNone/>
              <a:defRPr sz="11500" b="0" kern="100" spc="-50" baseline="0">
                <a:solidFill>
                  <a:schemeClr val="accent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0</a:t>
            </a:r>
          </a:p>
        </p:txBody>
      </p:sp>
      <p:sp>
        <p:nvSpPr>
          <p:cNvPr id="15" name="Text Placeholder 2">
            <a:extLst>
              <a:ext uri="{FF2B5EF4-FFF2-40B4-BE49-F238E27FC236}">
                <a16:creationId xmlns:a16="http://schemas.microsoft.com/office/drawing/2014/main" id="{067701D3-6751-E230-8414-4D83FACD1903}"/>
              </a:ext>
            </a:extLst>
          </p:cNvPr>
          <p:cNvSpPr>
            <a:spLocks noGrp="1"/>
          </p:cNvSpPr>
          <p:nvPr>
            <p:ph type="body" idx="19" hasCustomPrompt="1"/>
          </p:nvPr>
        </p:nvSpPr>
        <p:spPr>
          <a:xfrm>
            <a:off x="8075774" y="1933273"/>
            <a:ext cx="1800543" cy="1415772"/>
          </a:xfrm>
        </p:spPr>
        <p:txBody>
          <a:bodyPr wrap="square">
            <a:spAutoFit/>
          </a:bodyPr>
          <a:lstStyle>
            <a:lvl1pPr marL="0" indent="0" algn="l">
              <a:lnSpc>
                <a:spcPct val="80000"/>
              </a:lnSpc>
              <a:spcBef>
                <a:spcPts val="0"/>
              </a:spcBef>
              <a:spcAft>
                <a:spcPts val="0"/>
              </a:spcAft>
              <a:buNone/>
              <a:defRPr sz="11500" b="0" kern="100" spc="-50" baseline="0">
                <a:solidFill>
                  <a:schemeClr val="accent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0</a:t>
            </a:r>
          </a:p>
        </p:txBody>
      </p:sp>
      <p:sp>
        <p:nvSpPr>
          <p:cNvPr id="18" name="Text Placeholder 2">
            <a:extLst>
              <a:ext uri="{FF2B5EF4-FFF2-40B4-BE49-F238E27FC236}">
                <a16:creationId xmlns:a16="http://schemas.microsoft.com/office/drawing/2014/main" id="{464E5050-91BD-1F8D-DCE3-AFCCBA5D49FE}"/>
              </a:ext>
            </a:extLst>
          </p:cNvPr>
          <p:cNvSpPr>
            <a:spLocks noGrp="1"/>
          </p:cNvSpPr>
          <p:nvPr>
            <p:ph type="body" idx="20" hasCustomPrompt="1"/>
          </p:nvPr>
        </p:nvSpPr>
        <p:spPr>
          <a:xfrm>
            <a:off x="9999916" y="1933273"/>
            <a:ext cx="1800543" cy="1415772"/>
          </a:xfrm>
        </p:spPr>
        <p:txBody>
          <a:bodyPr wrap="square">
            <a:spAutoFit/>
          </a:bodyPr>
          <a:lstStyle>
            <a:lvl1pPr marL="0" indent="0" algn="l">
              <a:lnSpc>
                <a:spcPct val="80000"/>
              </a:lnSpc>
              <a:spcBef>
                <a:spcPts val="0"/>
              </a:spcBef>
              <a:spcAft>
                <a:spcPts val="0"/>
              </a:spcAft>
              <a:buNone/>
              <a:defRPr sz="11500" b="0" kern="100" spc="-50" baseline="0">
                <a:solidFill>
                  <a:schemeClr val="accent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0</a:t>
            </a:r>
          </a:p>
        </p:txBody>
      </p:sp>
      <p:sp>
        <p:nvSpPr>
          <p:cNvPr id="3" name="Footer Placeholder 4">
            <a:extLst>
              <a:ext uri="{FF2B5EF4-FFF2-40B4-BE49-F238E27FC236}">
                <a16:creationId xmlns:a16="http://schemas.microsoft.com/office/drawing/2014/main" id="{7953C0A1-993D-3C98-C331-16749B76A861}"/>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endParaRPr lang="en-US" dirty="0"/>
          </a:p>
        </p:txBody>
      </p:sp>
      <p:sp>
        <p:nvSpPr>
          <p:cNvPr id="5" name="Slide Number Placeholder 13">
            <a:extLst>
              <a:ext uri="{FF2B5EF4-FFF2-40B4-BE49-F238E27FC236}">
                <a16:creationId xmlns:a16="http://schemas.microsoft.com/office/drawing/2014/main" id="{15441E1C-321B-0C48-3C86-6A2676A09A5F}"/>
              </a:ext>
            </a:extLst>
          </p:cNvPr>
          <p:cNvSpPr>
            <a:spLocks noGrp="1"/>
          </p:cNvSpPr>
          <p:nvPr>
            <p:ph type="sldNum" sz="quarter" idx="4"/>
          </p:nvPr>
        </p:nvSpPr>
        <p:spPr>
          <a:xfrm>
            <a:off x="11526043" y="6491859"/>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sp>
        <p:nvSpPr>
          <p:cNvPr id="4" name="Content Placeholder 9">
            <a:extLst>
              <a:ext uri="{FF2B5EF4-FFF2-40B4-BE49-F238E27FC236}">
                <a16:creationId xmlns:a16="http://schemas.microsoft.com/office/drawing/2014/main" id="{9822908B-8C98-3E38-BAF1-87309A19DE45}"/>
              </a:ext>
            </a:extLst>
          </p:cNvPr>
          <p:cNvSpPr>
            <a:spLocks noGrp="1"/>
          </p:cNvSpPr>
          <p:nvPr>
            <p:ph sz="quarter" idx="10"/>
          </p:nvPr>
        </p:nvSpPr>
        <p:spPr>
          <a:xfrm>
            <a:off x="368300" y="3492819"/>
            <a:ext cx="1819275" cy="24793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Content Placeholder 9">
            <a:extLst>
              <a:ext uri="{FF2B5EF4-FFF2-40B4-BE49-F238E27FC236}">
                <a16:creationId xmlns:a16="http://schemas.microsoft.com/office/drawing/2014/main" id="{C0C24A9A-AB7A-C92C-EABC-107D1A3E3099}"/>
              </a:ext>
            </a:extLst>
          </p:cNvPr>
          <p:cNvSpPr>
            <a:spLocks noGrp="1"/>
          </p:cNvSpPr>
          <p:nvPr>
            <p:ph sz="quarter" idx="11"/>
          </p:nvPr>
        </p:nvSpPr>
        <p:spPr>
          <a:xfrm>
            <a:off x="2295525" y="3492819"/>
            <a:ext cx="1819275" cy="24793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Content Placeholder 9">
            <a:extLst>
              <a:ext uri="{FF2B5EF4-FFF2-40B4-BE49-F238E27FC236}">
                <a16:creationId xmlns:a16="http://schemas.microsoft.com/office/drawing/2014/main" id="{1BE33546-5281-3759-9C24-7C92D3AB81E7}"/>
              </a:ext>
            </a:extLst>
          </p:cNvPr>
          <p:cNvSpPr>
            <a:spLocks noGrp="1"/>
          </p:cNvSpPr>
          <p:nvPr>
            <p:ph sz="quarter" idx="12"/>
          </p:nvPr>
        </p:nvSpPr>
        <p:spPr>
          <a:xfrm>
            <a:off x="4219575" y="3492819"/>
            <a:ext cx="1819275" cy="24793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8" name="Content Placeholder 9">
            <a:extLst>
              <a:ext uri="{FF2B5EF4-FFF2-40B4-BE49-F238E27FC236}">
                <a16:creationId xmlns:a16="http://schemas.microsoft.com/office/drawing/2014/main" id="{CD8F01FB-26C3-D412-CD60-13931D0A16A9}"/>
              </a:ext>
            </a:extLst>
          </p:cNvPr>
          <p:cNvSpPr>
            <a:spLocks noGrp="1"/>
          </p:cNvSpPr>
          <p:nvPr>
            <p:ph sz="quarter" idx="13"/>
          </p:nvPr>
        </p:nvSpPr>
        <p:spPr>
          <a:xfrm>
            <a:off x="6146800" y="3492819"/>
            <a:ext cx="1819275" cy="24793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0" name="Content Placeholder 9">
            <a:extLst>
              <a:ext uri="{FF2B5EF4-FFF2-40B4-BE49-F238E27FC236}">
                <a16:creationId xmlns:a16="http://schemas.microsoft.com/office/drawing/2014/main" id="{52D6BCE3-5DC0-F54B-0BF2-1E8CB838F946}"/>
              </a:ext>
            </a:extLst>
          </p:cNvPr>
          <p:cNvSpPr>
            <a:spLocks noGrp="1"/>
          </p:cNvSpPr>
          <p:nvPr>
            <p:ph sz="quarter" idx="14"/>
          </p:nvPr>
        </p:nvSpPr>
        <p:spPr>
          <a:xfrm>
            <a:off x="8077200" y="3492819"/>
            <a:ext cx="1819275" cy="24793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6" name="Content Placeholder 9">
            <a:extLst>
              <a:ext uri="{FF2B5EF4-FFF2-40B4-BE49-F238E27FC236}">
                <a16:creationId xmlns:a16="http://schemas.microsoft.com/office/drawing/2014/main" id="{954D3D35-7293-9CD0-B576-44307004CC31}"/>
              </a:ext>
            </a:extLst>
          </p:cNvPr>
          <p:cNvSpPr>
            <a:spLocks noGrp="1"/>
          </p:cNvSpPr>
          <p:nvPr>
            <p:ph sz="quarter" idx="21"/>
          </p:nvPr>
        </p:nvSpPr>
        <p:spPr>
          <a:xfrm>
            <a:off x="10004425" y="3492819"/>
            <a:ext cx="1819275" cy="24793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7" name="Title 16">
            <a:extLst>
              <a:ext uri="{FF2B5EF4-FFF2-40B4-BE49-F238E27FC236}">
                <a16:creationId xmlns:a16="http://schemas.microsoft.com/office/drawing/2014/main" id="{9919F7E4-902E-17BD-9A23-BEC353B54086}"/>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1915670516"/>
      </p:ext>
    </p:extLst>
  </p:cSld>
  <p:clrMapOvr>
    <a:masterClrMapping/>
  </p:clrMapOvr>
  <p:extLst>
    <p:ext uri="{DCECCB84-F9BA-43D5-87BE-67443E8EF086}">
      <p15:sldGuideLst xmlns:p15="http://schemas.microsoft.com/office/powerpoint/2012/main"/>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01A1D7-A824-48A0-3E0C-4A7C86CA63AB}"/>
              </a:ext>
            </a:extLst>
          </p:cNvPr>
          <p:cNvSpPr>
            <a:spLocks noGrp="1"/>
          </p:cNvSpPr>
          <p:nvPr>
            <p:ph type="title" hasCustomPrompt="1"/>
          </p:nvPr>
        </p:nvSpPr>
        <p:spPr>
          <a:xfrm>
            <a:off x="401883" y="-300748"/>
            <a:ext cx="5638005" cy="249299"/>
          </a:xfrm>
        </p:spPr>
        <p:txBody>
          <a:bodyPr wrap="square">
            <a:spAutoFit/>
          </a:bodyPr>
          <a:lstStyle>
            <a:lvl1pPr>
              <a:defRPr sz="1800" b="0"/>
            </a:lvl1pPr>
          </a:lstStyle>
          <a:p>
            <a:r>
              <a:rPr lang="en-US" dirty="0"/>
              <a:t>Title for accessibility</a:t>
            </a:r>
          </a:p>
        </p:txBody>
      </p:sp>
      <p:sp>
        <p:nvSpPr>
          <p:cNvPr id="10" name="TextBox 9">
            <a:extLst>
              <a:ext uri="{FF2B5EF4-FFF2-40B4-BE49-F238E27FC236}">
                <a16:creationId xmlns:a16="http://schemas.microsoft.com/office/drawing/2014/main" id="{83340C10-F5A2-1E40-474D-C57EC62F0F33}"/>
              </a:ext>
              <a:ext uri="{C183D7F6-B498-43B3-948B-1728B52AA6E4}">
                <adec:decorative xmlns:adec="http://schemas.microsoft.com/office/drawing/2017/decorative" val="1"/>
              </a:ext>
            </a:extLst>
          </p:cNvPr>
          <p:cNvSpPr txBox="1"/>
          <p:nvPr userDrawn="1"/>
        </p:nvSpPr>
        <p:spPr>
          <a:xfrm>
            <a:off x="6039888" y="593396"/>
            <a:ext cx="941937" cy="622957"/>
          </a:xfrm>
          <a:prstGeom prst="rect">
            <a:avLst/>
          </a:prstGeom>
          <a:noFill/>
        </p:spPr>
        <p:txBody>
          <a:bodyPr wrap="square" lIns="0" tIns="0" rIns="0" bIns="0" rtlCol="0" anchor="t">
            <a:noAutofit/>
          </a:bodyPr>
          <a:lstStyle/>
          <a:p>
            <a:pPr marL="12700" marR="5080" lvl="0" indent="0" defTabSz="914400" eaLnBrk="1" fontAlgn="auto" latinLnBrk="0" hangingPunct="1">
              <a:lnSpc>
                <a:spcPct val="80000"/>
              </a:lnSpc>
              <a:spcAft>
                <a:spcPts val="0"/>
              </a:spcAft>
              <a:buClrTx/>
              <a:buSzTx/>
              <a:buFontTx/>
              <a:buNone/>
              <a:tabLst/>
              <a:defRPr/>
            </a:pPr>
            <a:r>
              <a:rPr kumimoji="0" lang="en-US" sz="13800" b="1" u="none" strike="noStrike" kern="0" cap="none" spc="-105" normalizeH="0" baseline="0" noProof="0" dirty="0">
                <a:ln>
                  <a:noFill/>
                </a:ln>
                <a:solidFill>
                  <a:schemeClr val="accent1"/>
                </a:solidFill>
                <a:effectLst/>
                <a:uLnTx/>
                <a:uFillTx/>
                <a:cs typeface="Arial" panose="020B0604020202020204" pitchFamily="34" charset="0"/>
              </a:rPr>
              <a:t>“</a:t>
            </a:r>
            <a:endParaRPr lang="en-US" sz="6000" b="1" dirty="0">
              <a:solidFill>
                <a:schemeClr val="accent1"/>
              </a:solidFill>
              <a:cs typeface="Arial" panose="020B0604020202020204" pitchFamily="34" charset="0"/>
            </a:endParaRPr>
          </a:p>
        </p:txBody>
      </p:sp>
      <p:sp>
        <p:nvSpPr>
          <p:cNvPr id="3" name="Content Placeholder 2">
            <a:extLst>
              <a:ext uri="{FF2B5EF4-FFF2-40B4-BE49-F238E27FC236}">
                <a16:creationId xmlns:a16="http://schemas.microsoft.com/office/drawing/2014/main" id="{226E3B15-3502-F478-0302-DCABA0B41AD0}"/>
              </a:ext>
            </a:extLst>
          </p:cNvPr>
          <p:cNvSpPr>
            <a:spLocks noGrp="1"/>
          </p:cNvSpPr>
          <p:nvPr>
            <p:ph idx="1"/>
          </p:nvPr>
        </p:nvSpPr>
        <p:spPr>
          <a:xfrm>
            <a:off x="6152377" y="1306772"/>
            <a:ext cx="5668962" cy="3731953"/>
          </a:xfrm>
        </p:spPr>
        <p:txBody>
          <a:bodyPr/>
          <a:lstStyle>
            <a:lvl1pPr>
              <a:lnSpc>
                <a:spcPct val="100000"/>
              </a:lnSpc>
              <a:spcBef>
                <a:spcPts val="900"/>
              </a:spcBef>
              <a:spcAft>
                <a:spcPts val="0"/>
              </a:spcAft>
              <a:defRPr sz="4000" b="0" spc="-50" baseline="0">
                <a:latin typeface="+mj-lt"/>
              </a:defRPr>
            </a:lvl1pPr>
          </a:lstStyle>
          <a:p>
            <a:pPr lvl="0"/>
            <a:r>
              <a:rPr lang="en-US"/>
              <a:t>Click to edit Master text styles</a:t>
            </a:r>
          </a:p>
        </p:txBody>
      </p:sp>
      <p:sp>
        <p:nvSpPr>
          <p:cNvPr id="7" name="Footer Placeholder 4">
            <a:extLst>
              <a:ext uri="{FF2B5EF4-FFF2-40B4-BE49-F238E27FC236}">
                <a16:creationId xmlns:a16="http://schemas.microsoft.com/office/drawing/2014/main" id="{D2B9EA5E-E423-D219-6037-CCB61AE3B50F}"/>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endParaRPr lang="en-US" dirty="0"/>
          </a:p>
        </p:txBody>
      </p:sp>
      <p:sp>
        <p:nvSpPr>
          <p:cNvPr id="8" name="Slide Number Placeholder 13">
            <a:extLst>
              <a:ext uri="{FF2B5EF4-FFF2-40B4-BE49-F238E27FC236}">
                <a16:creationId xmlns:a16="http://schemas.microsoft.com/office/drawing/2014/main" id="{C901CE32-26BB-268E-2590-66DB5ADDFD98}"/>
              </a:ext>
            </a:extLst>
          </p:cNvPr>
          <p:cNvSpPr>
            <a:spLocks noGrp="1"/>
          </p:cNvSpPr>
          <p:nvPr>
            <p:ph type="sldNum" sz="quarter" idx="4"/>
          </p:nvPr>
        </p:nvSpPr>
        <p:spPr>
          <a:xfrm>
            <a:off x="11526043" y="6491859"/>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sp>
        <p:nvSpPr>
          <p:cNvPr id="5" name="Content Placeholder 4">
            <a:extLst>
              <a:ext uri="{FF2B5EF4-FFF2-40B4-BE49-F238E27FC236}">
                <a16:creationId xmlns:a16="http://schemas.microsoft.com/office/drawing/2014/main" id="{CA070464-B6E7-0612-AE11-56A546D97BD4}"/>
              </a:ext>
            </a:extLst>
          </p:cNvPr>
          <p:cNvSpPr>
            <a:spLocks noGrp="1"/>
          </p:cNvSpPr>
          <p:nvPr>
            <p:ph sz="quarter" idx="10"/>
          </p:nvPr>
        </p:nvSpPr>
        <p:spPr>
          <a:xfrm>
            <a:off x="368300" y="4518025"/>
            <a:ext cx="3746500" cy="1562100"/>
          </a:xfrm>
        </p:spPr>
        <p:txBody>
          <a:bodyPr/>
          <a:lstStyle>
            <a:lvl1pPr>
              <a:defRPr sz="1800"/>
            </a:lvl1pPr>
            <a:lvl2pPr>
              <a:defRPr sz="1400">
                <a:latin typeface="+mj-lt"/>
              </a:defRPr>
            </a:lvl2pPr>
            <a:lvl3pPr>
              <a:buNone/>
              <a:defRPr/>
            </a:lvl3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418015389"/>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Quote with Ima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01A1D7-A824-48A0-3E0C-4A7C86CA63AB}"/>
              </a:ext>
            </a:extLst>
          </p:cNvPr>
          <p:cNvSpPr>
            <a:spLocks noGrp="1"/>
          </p:cNvSpPr>
          <p:nvPr>
            <p:ph type="title" hasCustomPrompt="1"/>
          </p:nvPr>
        </p:nvSpPr>
        <p:spPr>
          <a:xfrm>
            <a:off x="396516" y="-300748"/>
            <a:ext cx="5647097" cy="249299"/>
          </a:xfrm>
        </p:spPr>
        <p:txBody>
          <a:bodyPr wrap="square">
            <a:spAutoFit/>
          </a:bodyPr>
          <a:lstStyle>
            <a:lvl1pPr>
              <a:defRPr sz="1800" b="0"/>
            </a:lvl1pPr>
          </a:lstStyle>
          <a:p>
            <a:r>
              <a:rPr lang="en-US" dirty="0"/>
              <a:t>Title for accessibility</a:t>
            </a:r>
          </a:p>
        </p:txBody>
      </p:sp>
      <p:sp>
        <p:nvSpPr>
          <p:cNvPr id="25" name="TextBox 24">
            <a:extLst>
              <a:ext uri="{FF2B5EF4-FFF2-40B4-BE49-F238E27FC236}">
                <a16:creationId xmlns:a16="http://schemas.microsoft.com/office/drawing/2014/main" id="{554BAF2E-BAB1-C03F-41A7-B26DABB21BF6}"/>
              </a:ext>
              <a:ext uri="{C183D7F6-B498-43B3-948B-1728B52AA6E4}">
                <adec:decorative xmlns:adec="http://schemas.microsoft.com/office/drawing/2017/decorative" val="1"/>
              </a:ext>
            </a:extLst>
          </p:cNvPr>
          <p:cNvSpPr txBox="1"/>
          <p:nvPr userDrawn="1"/>
        </p:nvSpPr>
        <p:spPr>
          <a:xfrm>
            <a:off x="246096" y="2732672"/>
            <a:ext cx="941937" cy="622957"/>
          </a:xfrm>
          <a:prstGeom prst="rect">
            <a:avLst/>
          </a:prstGeom>
          <a:noFill/>
        </p:spPr>
        <p:txBody>
          <a:bodyPr wrap="square" lIns="0" tIns="0" rIns="0" bIns="0" rtlCol="0" anchor="t">
            <a:noAutofit/>
          </a:bodyPr>
          <a:lstStyle/>
          <a:p>
            <a:pPr marL="12700" marR="5080" lvl="0" indent="0" defTabSz="914400" eaLnBrk="1" fontAlgn="auto" latinLnBrk="0" hangingPunct="1">
              <a:lnSpc>
                <a:spcPct val="80000"/>
              </a:lnSpc>
              <a:spcAft>
                <a:spcPts val="0"/>
              </a:spcAft>
              <a:buClrTx/>
              <a:buSzTx/>
              <a:buFontTx/>
              <a:buNone/>
              <a:tabLst/>
              <a:defRPr/>
            </a:pPr>
            <a:r>
              <a:rPr kumimoji="0" lang="en-US" sz="13800" b="1" u="none" strike="noStrike" kern="0" cap="none" spc="-105" normalizeH="0" baseline="0" noProof="0" dirty="0">
                <a:ln>
                  <a:noFill/>
                </a:ln>
                <a:solidFill>
                  <a:schemeClr val="accent1"/>
                </a:solidFill>
                <a:effectLst/>
                <a:uLnTx/>
                <a:uFillTx/>
                <a:cs typeface="Arial" panose="020B0604020202020204" pitchFamily="34" charset="0"/>
              </a:rPr>
              <a:t>“</a:t>
            </a:r>
            <a:endParaRPr lang="en-US" sz="6000" b="1" dirty="0">
              <a:solidFill>
                <a:schemeClr val="accent1"/>
              </a:solidFill>
              <a:cs typeface="Arial" panose="020B0604020202020204" pitchFamily="34" charset="0"/>
            </a:endParaRPr>
          </a:p>
        </p:txBody>
      </p:sp>
      <p:sp>
        <p:nvSpPr>
          <p:cNvPr id="3" name="Content Placeholder 2">
            <a:extLst>
              <a:ext uri="{FF2B5EF4-FFF2-40B4-BE49-F238E27FC236}">
                <a16:creationId xmlns:a16="http://schemas.microsoft.com/office/drawing/2014/main" id="{226E3B15-3502-F478-0302-DCABA0B41AD0}"/>
              </a:ext>
            </a:extLst>
          </p:cNvPr>
          <p:cNvSpPr>
            <a:spLocks noGrp="1"/>
          </p:cNvSpPr>
          <p:nvPr>
            <p:ph idx="1"/>
          </p:nvPr>
        </p:nvSpPr>
        <p:spPr>
          <a:xfrm>
            <a:off x="370062" y="3485571"/>
            <a:ext cx="5498502" cy="2486604"/>
          </a:xfrm>
        </p:spPr>
        <p:txBody>
          <a:bodyPr/>
          <a:lstStyle>
            <a:lvl1pPr>
              <a:lnSpc>
                <a:spcPct val="100000"/>
              </a:lnSpc>
              <a:spcBef>
                <a:spcPts val="900"/>
              </a:spcBef>
              <a:spcAft>
                <a:spcPts val="0"/>
              </a:spcAft>
              <a:defRPr sz="3200" b="0" spc="-50" baseline="0">
                <a:latin typeface="+mj-lt"/>
              </a:defRPr>
            </a:lvl1pPr>
          </a:lstStyle>
          <a:p>
            <a:pPr lvl="0"/>
            <a:r>
              <a:rPr lang="en-US"/>
              <a:t>Click to edit Master text styles</a:t>
            </a:r>
          </a:p>
        </p:txBody>
      </p:sp>
      <p:sp>
        <p:nvSpPr>
          <p:cNvPr id="9" name="Picture Placeholder 14">
            <a:extLst>
              <a:ext uri="{FF2B5EF4-FFF2-40B4-BE49-F238E27FC236}">
                <a16:creationId xmlns:a16="http://schemas.microsoft.com/office/drawing/2014/main" id="{60655EE7-5FC0-8DDF-88F0-21ECCBD7D31D}"/>
              </a:ext>
              <a:ext uri="{C183D7F6-B498-43B3-948B-1728B52AA6E4}">
                <adec:decorative xmlns:adec="http://schemas.microsoft.com/office/drawing/2017/decorative" val="1"/>
              </a:ext>
            </a:extLst>
          </p:cNvPr>
          <p:cNvSpPr>
            <a:spLocks noGrp="1"/>
          </p:cNvSpPr>
          <p:nvPr>
            <p:ph type="pic" sz="quarter" idx="11" hasCustomPrompt="1"/>
          </p:nvPr>
        </p:nvSpPr>
        <p:spPr>
          <a:xfrm>
            <a:off x="6150276" y="372355"/>
            <a:ext cx="5671662" cy="4544842"/>
          </a:xfrm>
          <a:custGeom>
            <a:avLst/>
            <a:gdLst>
              <a:gd name="connsiteX0" fmla="*/ 0 w 5660724"/>
              <a:gd name="connsiteY0" fmla="*/ 0 h 4544842"/>
              <a:gd name="connsiteX1" fmla="*/ 5660724 w 5660724"/>
              <a:gd name="connsiteY1" fmla="*/ 0 h 4544842"/>
              <a:gd name="connsiteX2" fmla="*/ 5660724 w 5660724"/>
              <a:gd name="connsiteY2" fmla="*/ 4544842 h 4544842"/>
              <a:gd name="connsiteX3" fmla="*/ 0 w 5660724"/>
              <a:gd name="connsiteY3" fmla="*/ 4544842 h 4544842"/>
              <a:gd name="connsiteX4" fmla="*/ 0 w 5660724"/>
              <a:gd name="connsiteY4" fmla="*/ 0 h 4544842"/>
              <a:gd name="connsiteX0" fmla="*/ 0 w 5660724"/>
              <a:gd name="connsiteY0" fmla="*/ 0 h 4544842"/>
              <a:gd name="connsiteX1" fmla="*/ 5660724 w 5660724"/>
              <a:gd name="connsiteY1" fmla="*/ 0 h 4544842"/>
              <a:gd name="connsiteX2" fmla="*/ 5660724 w 5660724"/>
              <a:gd name="connsiteY2" fmla="*/ 4544842 h 4544842"/>
              <a:gd name="connsiteX3" fmla="*/ 2056464 w 5660724"/>
              <a:gd name="connsiteY3" fmla="*/ 4536269 h 4544842"/>
              <a:gd name="connsiteX4" fmla="*/ 0 w 5660724"/>
              <a:gd name="connsiteY4" fmla="*/ 4544842 h 4544842"/>
              <a:gd name="connsiteX5" fmla="*/ 0 w 5660724"/>
              <a:gd name="connsiteY5" fmla="*/ 0 h 4544842"/>
              <a:gd name="connsiteX0" fmla="*/ 0 w 5660724"/>
              <a:gd name="connsiteY0" fmla="*/ 0 h 4544842"/>
              <a:gd name="connsiteX1" fmla="*/ 5660724 w 5660724"/>
              <a:gd name="connsiteY1" fmla="*/ 0 h 4544842"/>
              <a:gd name="connsiteX2" fmla="*/ 5660724 w 5660724"/>
              <a:gd name="connsiteY2" fmla="*/ 4544842 h 4544842"/>
              <a:gd name="connsiteX3" fmla="*/ 2643204 w 5660724"/>
              <a:gd name="connsiteY3" fmla="*/ 4521029 h 4544842"/>
              <a:gd name="connsiteX4" fmla="*/ 2056464 w 5660724"/>
              <a:gd name="connsiteY4" fmla="*/ 4536269 h 4544842"/>
              <a:gd name="connsiteX5" fmla="*/ 0 w 5660724"/>
              <a:gd name="connsiteY5" fmla="*/ 4544842 h 4544842"/>
              <a:gd name="connsiteX6" fmla="*/ 0 w 5660724"/>
              <a:gd name="connsiteY6" fmla="*/ 0 h 4544842"/>
              <a:gd name="connsiteX0" fmla="*/ 0 w 5660724"/>
              <a:gd name="connsiteY0" fmla="*/ 0 h 4544842"/>
              <a:gd name="connsiteX1" fmla="*/ 5660724 w 5660724"/>
              <a:gd name="connsiteY1" fmla="*/ 0 h 4544842"/>
              <a:gd name="connsiteX2" fmla="*/ 5660724 w 5660724"/>
              <a:gd name="connsiteY2" fmla="*/ 4544842 h 4544842"/>
              <a:gd name="connsiteX3" fmla="*/ 2231724 w 5660724"/>
              <a:gd name="connsiteY3" fmla="*/ 4071449 h 4544842"/>
              <a:gd name="connsiteX4" fmla="*/ 2056464 w 5660724"/>
              <a:gd name="connsiteY4" fmla="*/ 4536269 h 4544842"/>
              <a:gd name="connsiteX5" fmla="*/ 0 w 5660724"/>
              <a:gd name="connsiteY5" fmla="*/ 4544842 h 4544842"/>
              <a:gd name="connsiteX6" fmla="*/ 0 w 5660724"/>
              <a:gd name="connsiteY6" fmla="*/ 0 h 4544842"/>
              <a:gd name="connsiteX0" fmla="*/ 0 w 5660724"/>
              <a:gd name="connsiteY0" fmla="*/ 0 h 4544842"/>
              <a:gd name="connsiteX1" fmla="*/ 5660724 w 5660724"/>
              <a:gd name="connsiteY1" fmla="*/ 0 h 4544842"/>
              <a:gd name="connsiteX2" fmla="*/ 5660724 w 5660724"/>
              <a:gd name="connsiteY2" fmla="*/ 4544842 h 4544842"/>
              <a:gd name="connsiteX3" fmla="*/ 2925144 w 5660724"/>
              <a:gd name="connsiteY3" fmla="*/ 3781889 h 4544842"/>
              <a:gd name="connsiteX4" fmla="*/ 2056464 w 5660724"/>
              <a:gd name="connsiteY4" fmla="*/ 4536269 h 4544842"/>
              <a:gd name="connsiteX5" fmla="*/ 0 w 5660724"/>
              <a:gd name="connsiteY5" fmla="*/ 4544842 h 4544842"/>
              <a:gd name="connsiteX6" fmla="*/ 0 w 5660724"/>
              <a:gd name="connsiteY6" fmla="*/ 0 h 4544842"/>
              <a:gd name="connsiteX0" fmla="*/ 0 w 5660724"/>
              <a:gd name="connsiteY0" fmla="*/ 0 h 4544842"/>
              <a:gd name="connsiteX1" fmla="*/ 5660724 w 5660724"/>
              <a:gd name="connsiteY1" fmla="*/ 0 h 4544842"/>
              <a:gd name="connsiteX2" fmla="*/ 5660724 w 5660724"/>
              <a:gd name="connsiteY2" fmla="*/ 4544842 h 4544842"/>
              <a:gd name="connsiteX3" fmla="*/ 2909904 w 5660724"/>
              <a:gd name="connsiteY3" fmla="*/ 4109549 h 4544842"/>
              <a:gd name="connsiteX4" fmla="*/ 2056464 w 5660724"/>
              <a:gd name="connsiteY4" fmla="*/ 4536269 h 4544842"/>
              <a:gd name="connsiteX5" fmla="*/ 0 w 5660724"/>
              <a:gd name="connsiteY5" fmla="*/ 4544842 h 4544842"/>
              <a:gd name="connsiteX6" fmla="*/ 0 w 5660724"/>
              <a:gd name="connsiteY6" fmla="*/ 0 h 4544842"/>
              <a:gd name="connsiteX0" fmla="*/ 0 w 5660724"/>
              <a:gd name="connsiteY0" fmla="*/ 0 h 4544842"/>
              <a:gd name="connsiteX1" fmla="*/ 5660724 w 5660724"/>
              <a:gd name="connsiteY1" fmla="*/ 0 h 4544842"/>
              <a:gd name="connsiteX2" fmla="*/ 5660724 w 5660724"/>
              <a:gd name="connsiteY2" fmla="*/ 4544842 h 4544842"/>
              <a:gd name="connsiteX3" fmla="*/ 2909904 w 5660724"/>
              <a:gd name="connsiteY3" fmla="*/ 4109549 h 4544842"/>
              <a:gd name="connsiteX4" fmla="*/ 2612724 w 5660724"/>
              <a:gd name="connsiteY4" fmla="*/ 4528649 h 4544842"/>
              <a:gd name="connsiteX5" fmla="*/ 0 w 5660724"/>
              <a:gd name="connsiteY5" fmla="*/ 4544842 h 4544842"/>
              <a:gd name="connsiteX6" fmla="*/ 0 w 5660724"/>
              <a:gd name="connsiteY6" fmla="*/ 0 h 4544842"/>
              <a:gd name="connsiteX0" fmla="*/ 0 w 5660724"/>
              <a:gd name="connsiteY0" fmla="*/ 0 h 4544842"/>
              <a:gd name="connsiteX1" fmla="*/ 5660724 w 5660724"/>
              <a:gd name="connsiteY1" fmla="*/ 0 h 4544842"/>
              <a:gd name="connsiteX2" fmla="*/ 5660724 w 5660724"/>
              <a:gd name="connsiteY2" fmla="*/ 4544842 h 4544842"/>
              <a:gd name="connsiteX3" fmla="*/ 2909904 w 5660724"/>
              <a:gd name="connsiteY3" fmla="*/ 4109549 h 4544842"/>
              <a:gd name="connsiteX4" fmla="*/ 2534143 w 5660724"/>
              <a:gd name="connsiteY4" fmla="*/ 4442924 h 4544842"/>
              <a:gd name="connsiteX5" fmla="*/ 0 w 5660724"/>
              <a:gd name="connsiteY5" fmla="*/ 4544842 h 4544842"/>
              <a:gd name="connsiteX6" fmla="*/ 0 w 5660724"/>
              <a:gd name="connsiteY6" fmla="*/ 0 h 4544842"/>
              <a:gd name="connsiteX0" fmla="*/ 0 w 5660724"/>
              <a:gd name="connsiteY0" fmla="*/ 0 h 4544842"/>
              <a:gd name="connsiteX1" fmla="*/ 5660724 w 5660724"/>
              <a:gd name="connsiteY1" fmla="*/ 0 h 4544842"/>
              <a:gd name="connsiteX2" fmla="*/ 5660724 w 5660724"/>
              <a:gd name="connsiteY2" fmla="*/ 4544842 h 4544842"/>
              <a:gd name="connsiteX3" fmla="*/ 2909904 w 5660724"/>
              <a:gd name="connsiteY3" fmla="*/ 4109549 h 4544842"/>
              <a:gd name="connsiteX4" fmla="*/ 2593674 w 5660724"/>
              <a:gd name="connsiteY4" fmla="*/ 4535793 h 4544842"/>
              <a:gd name="connsiteX5" fmla="*/ 0 w 5660724"/>
              <a:gd name="connsiteY5" fmla="*/ 4544842 h 4544842"/>
              <a:gd name="connsiteX6" fmla="*/ 0 w 5660724"/>
              <a:gd name="connsiteY6" fmla="*/ 0 h 4544842"/>
              <a:gd name="connsiteX0" fmla="*/ 0 w 5660724"/>
              <a:gd name="connsiteY0" fmla="*/ 0 h 4544842"/>
              <a:gd name="connsiteX1" fmla="*/ 5660724 w 5660724"/>
              <a:gd name="connsiteY1" fmla="*/ 0 h 4544842"/>
              <a:gd name="connsiteX2" fmla="*/ 5660724 w 5660724"/>
              <a:gd name="connsiteY2" fmla="*/ 4544842 h 4544842"/>
              <a:gd name="connsiteX3" fmla="*/ 2771791 w 5660724"/>
              <a:gd name="connsiteY3" fmla="*/ 3971436 h 4544842"/>
              <a:gd name="connsiteX4" fmla="*/ 2593674 w 5660724"/>
              <a:gd name="connsiteY4" fmla="*/ 4535793 h 4544842"/>
              <a:gd name="connsiteX5" fmla="*/ 0 w 5660724"/>
              <a:gd name="connsiteY5" fmla="*/ 4544842 h 4544842"/>
              <a:gd name="connsiteX6" fmla="*/ 0 w 5660724"/>
              <a:gd name="connsiteY6" fmla="*/ 0 h 4544842"/>
              <a:gd name="connsiteX0" fmla="*/ 0 w 5660724"/>
              <a:gd name="connsiteY0" fmla="*/ 0 h 4544842"/>
              <a:gd name="connsiteX1" fmla="*/ 5660724 w 5660724"/>
              <a:gd name="connsiteY1" fmla="*/ 0 h 4544842"/>
              <a:gd name="connsiteX2" fmla="*/ 5660724 w 5660724"/>
              <a:gd name="connsiteY2" fmla="*/ 4544842 h 4544842"/>
              <a:gd name="connsiteX3" fmla="*/ 2874185 w 5660724"/>
              <a:gd name="connsiteY3" fmla="*/ 4114311 h 4544842"/>
              <a:gd name="connsiteX4" fmla="*/ 2593674 w 5660724"/>
              <a:gd name="connsiteY4" fmla="*/ 4535793 h 4544842"/>
              <a:gd name="connsiteX5" fmla="*/ 0 w 5660724"/>
              <a:gd name="connsiteY5" fmla="*/ 4544842 h 4544842"/>
              <a:gd name="connsiteX6" fmla="*/ 0 w 5660724"/>
              <a:gd name="connsiteY6" fmla="*/ 0 h 4544842"/>
              <a:gd name="connsiteX0" fmla="*/ 0 w 5660724"/>
              <a:gd name="connsiteY0" fmla="*/ 0 h 4544842"/>
              <a:gd name="connsiteX1" fmla="*/ 5660724 w 5660724"/>
              <a:gd name="connsiteY1" fmla="*/ 0 h 4544842"/>
              <a:gd name="connsiteX2" fmla="*/ 5660724 w 5660724"/>
              <a:gd name="connsiteY2" fmla="*/ 4113836 h 4544842"/>
              <a:gd name="connsiteX3" fmla="*/ 2874185 w 5660724"/>
              <a:gd name="connsiteY3" fmla="*/ 4114311 h 4544842"/>
              <a:gd name="connsiteX4" fmla="*/ 2593674 w 5660724"/>
              <a:gd name="connsiteY4" fmla="*/ 4535793 h 4544842"/>
              <a:gd name="connsiteX5" fmla="*/ 0 w 5660724"/>
              <a:gd name="connsiteY5" fmla="*/ 4544842 h 4544842"/>
              <a:gd name="connsiteX6" fmla="*/ 0 w 5660724"/>
              <a:gd name="connsiteY6" fmla="*/ 0 h 4544842"/>
              <a:gd name="connsiteX0" fmla="*/ 0 w 5672631"/>
              <a:gd name="connsiteY0" fmla="*/ 0 h 4544842"/>
              <a:gd name="connsiteX1" fmla="*/ 5660724 w 5672631"/>
              <a:gd name="connsiteY1" fmla="*/ 0 h 4544842"/>
              <a:gd name="connsiteX2" fmla="*/ 5672631 w 5672631"/>
              <a:gd name="connsiteY2" fmla="*/ 4054305 h 4544842"/>
              <a:gd name="connsiteX3" fmla="*/ 2874185 w 5672631"/>
              <a:gd name="connsiteY3" fmla="*/ 4114311 h 4544842"/>
              <a:gd name="connsiteX4" fmla="*/ 2593674 w 5672631"/>
              <a:gd name="connsiteY4" fmla="*/ 4535793 h 4544842"/>
              <a:gd name="connsiteX5" fmla="*/ 0 w 5672631"/>
              <a:gd name="connsiteY5" fmla="*/ 4544842 h 4544842"/>
              <a:gd name="connsiteX6" fmla="*/ 0 w 5672631"/>
              <a:gd name="connsiteY6" fmla="*/ 0 h 4544842"/>
              <a:gd name="connsiteX0" fmla="*/ 0 w 5660724"/>
              <a:gd name="connsiteY0" fmla="*/ 0 h 4544842"/>
              <a:gd name="connsiteX1" fmla="*/ 5660724 w 5660724"/>
              <a:gd name="connsiteY1" fmla="*/ 0 h 4544842"/>
              <a:gd name="connsiteX2" fmla="*/ 5655963 w 5660724"/>
              <a:gd name="connsiteY2" fmla="*/ 4120980 h 4544842"/>
              <a:gd name="connsiteX3" fmla="*/ 2874185 w 5660724"/>
              <a:gd name="connsiteY3" fmla="*/ 4114311 h 4544842"/>
              <a:gd name="connsiteX4" fmla="*/ 2593674 w 5660724"/>
              <a:gd name="connsiteY4" fmla="*/ 4535793 h 4544842"/>
              <a:gd name="connsiteX5" fmla="*/ 0 w 5660724"/>
              <a:gd name="connsiteY5" fmla="*/ 4544842 h 4544842"/>
              <a:gd name="connsiteX6" fmla="*/ 0 w 5660724"/>
              <a:gd name="connsiteY6" fmla="*/ 0 h 4544842"/>
              <a:gd name="connsiteX0" fmla="*/ 0 w 5660724"/>
              <a:gd name="connsiteY0" fmla="*/ 0 h 4544842"/>
              <a:gd name="connsiteX1" fmla="*/ 5660724 w 5660724"/>
              <a:gd name="connsiteY1" fmla="*/ 0 h 4544842"/>
              <a:gd name="connsiteX2" fmla="*/ 5655963 w 5660724"/>
              <a:gd name="connsiteY2" fmla="*/ 4120980 h 4544842"/>
              <a:gd name="connsiteX3" fmla="*/ 2874185 w 5660724"/>
              <a:gd name="connsiteY3" fmla="*/ 4121455 h 4544842"/>
              <a:gd name="connsiteX4" fmla="*/ 2593674 w 5660724"/>
              <a:gd name="connsiteY4" fmla="*/ 4535793 h 4544842"/>
              <a:gd name="connsiteX5" fmla="*/ 0 w 5660724"/>
              <a:gd name="connsiteY5" fmla="*/ 4544842 h 4544842"/>
              <a:gd name="connsiteX6" fmla="*/ 0 w 5660724"/>
              <a:gd name="connsiteY6" fmla="*/ 0 h 4544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660724" h="4544842">
                <a:moveTo>
                  <a:pt x="0" y="0"/>
                </a:moveTo>
                <a:lnTo>
                  <a:pt x="5660724" y="0"/>
                </a:lnTo>
                <a:lnTo>
                  <a:pt x="5655963" y="4120980"/>
                </a:lnTo>
                <a:lnTo>
                  <a:pt x="2874185" y="4121455"/>
                </a:lnTo>
                <a:lnTo>
                  <a:pt x="2593674" y="4535793"/>
                </a:lnTo>
                <a:lnTo>
                  <a:pt x="0" y="4544842"/>
                </a:lnTo>
                <a:lnTo>
                  <a:pt x="0" y="0"/>
                </a:lnTo>
                <a:close/>
              </a:path>
            </a:pathLst>
          </a:custGeom>
          <a:solidFill>
            <a:schemeClr val="bg2"/>
          </a:solidFill>
        </p:spPr>
        <p:txBody>
          <a:bodyPr tIns="1280160"/>
          <a:lstStyle>
            <a:lvl1pPr algn="ctr">
              <a:defRPr b="0" i="0"/>
            </a:lvl1pPr>
          </a:lstStyle>
          <a:p>
            <a:r>
              <a:rPr lang="en-US" dirty="0"/>
              <a:t>Click icon to add picture—do</a:t>
            </a:r>
            <a:r>
              <a:rPr lang="en-US" sz="1500" kern="100" dirty="0">
                <a:effectLst/>
                <a:latin typeface="Arial" panose="020B0604020202020204" pitchFamily="34" charset="0"/>
                <a:ea typeface="Aptos" panose="020B0004020202020204" pitchFamily="34" charset="0"/>
                <a:cs typeface="Times New Roman" panose="02020603050405020304" pitchFamily="18" charset="0"/>
              </a:rPr>
              <a:t> </a:t>
            </a:r>
            <a:r>
              <a:rPr lang="en-US" dirty="0"/>
              <a:t>not</a:t>
            </a:r>
            <a:r>
              <a:rPr lang="en-US" sz="1500" kern="100" dirty="0">
                <a:effectLst/>
                <a:latin typeface="Arial" panose="020B0604020202020204" pitchFamily="34" charset="0"/>
                <a:ea typeface="Aptos" panose="020B0004020202020204" pitchFamily="34" charset="0"/>
                <a:cs typeface="Times New Roman" panose="02020603050405020304" pitchFamily="18" charset="0"/>
              </a:rPr>
              <a:t> </a:t>
            </a:r>
            <a:r>
              <a:rPr lang="en-US" dirty="0"/>
              <a:t>scale</a:t>
            </a:r>
            <a:r>
              <a:rPr lang="en-US" sz="1500" kern="100" dirty="0">
                <a:effectLst/>
                <a:latin typeface="Arial" panose="020B0604020202020204" pitchFamily="34" charset="0"/>
                <a:ea typeface="Aptos" panose="020B0004020202020204" pitchFamily="34" charset="0"/>
                <a:cs typeface="Times New Roman" panose="02020603050405020304" pitchFamily="18" charset="0"/>
              </a:rPr>
              <a:t> </a:t>
            </a:r>
            <a:r>
              <a:rPr lang="en-US" dirty="0"/>
              <a:t>or</a:t>
            </a:r>
            <a:r>
              <a:rPr lang="en-US" sz="1500" kern="100" dirty="0">
                <a:effectLst/>
                <a:latin typeface="Arial" panose="020B0604020202020204" pitchFamily="34" charset="0"/>
                <a:ea typeface="Aptos" panose="020B0004020202020204" pitchFamily="34" charset="0"/>
                <a:cs typeface="Times New Roman" panose="02020603050405020304" pitchFamily="18" charset="0"/>
              </a:rPr>
              <a:t> </a:t>
            </a:r>
            <a:r>
              <a:rPr lang="en-US" dirty="0"/>
              <a:t>stretch</a:t>
            </a:r>
            <a:r>
              <a:rPr lang="en-US" sz="1500" kern="100" dirty="0">
                <a:effectLst/>
                <a:latin typeface="Arial" panose="020B0604020202020204" pitchFamily="34" charset="0"/>
                <a:ea typeface="Aptos" panose="020B0004020202020204" pitchFamily="34" charset="0"/>
                <a:cs typeface="Times New Roman" panose="02020603050405020304" pitchFamily="18" charset="0"/>
              </a:rPr>
              <a:t> </a:t>
            </a:r>
            <a:r>
              <a:rPr lang="en-US" dirty="0"/>
              <a:t>this</a:t>
            </a:r>
            <a:r>
              <a:rPr lang="en-US" sz="1500" kern="100" dirty="0">
                <a:effectLst/>
                <a:latin typeface="Arial" panose="020B0604020202020204" pitchFamily="34" charset="0"/>
                <a:ea typeface="Aptos" panose="020B0004020202020204" pitchFamily="34" charset="0"/>
                <a:cs typeface="Times New Roman" panose="02020603050405020304" pitchFamily="18" charset="0"/>
              </a:rPr>
              <a:t> </a:t>
            </a:r>
            <a:r>
              <a:rPr lang="en-US" dirty="0"/>
              <a:t>photo</a:t>
            </a:r>
            <a:r>
              <a:rPr lang="en-US" sz="1500" kern="100" dirty="0">
                <a:effectLst/>
                <a:latin typeface="Arial" panose="020B0604020202020204" pitchFamily="34" charset="0"/>
                <a:ea typeface="Aptos" panose="020B0004020202020204" pitchFamily="34" charset="0"/>
                <a:cs typeface="Times New Roman" panose="02020603050405020304" pitchFamily="18" charset="0"/>
              </a:rPr>
              <a:t> </a:t>
            </a:r>
            <a:r>
              <a:rPr lang="en-US" dirty="0"/>
              <a:t>placeholder</a:t>
            </a:r>
          </a:p>
        </p:txBody>
      </p:sp>
      <p:sp>
        <p:nvSpPr>
          <p:cNvPr id="7" name="Footer Placeholder 4">
            <a:extLst>
              <a:ext uri="{FF2B5EF4-FFF2-40B4-BE49-F238E27FC236}">
                <a16:creationId xmlns:a16="http://schemas.microsoft.com/office/drawing/2014/main" id="{AE32291E-24B4-2FB8-4B35-A439686DB956}"/>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endParaRPr lang="en-US" dirty="0"/>
          </a:p>
        </p:txBody>
      </p:sp>
      <p:sp>
        <p:nvSpPr>
          <p:cNvPr id="8" name="Slide Number Placeholder 13">
            <a:extLst>
              <a:ext uri="{FF2B5EF4-FFF2-40B4-BE49-F238E27FC236}">
                <a16:creationId xmlns:a16="http://schemas.microsoft.com/office/drawing/2014/main" id="{61A378F0-4CD0-C4E0-D2F7-5959B577E15B}"/>
              </a:ext>
            </a:extLst>
          </p:cNvPr>
          <p:cNvSpPr>
            <a:spLocks noGrp="1"/>
          </p:cNvSpPr>
          <p:nvPr>
            <p:ph type="sldNum" sz="quarter" idx="4"/>
          </p:nvPr>
        </p:nvSpPr>
        <p:spPr>
          <a:xfrm>
            <a:off x="11526043" y="6491859"/>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sp>
        <p:nvSpPr>
          <p:cNvPr id="4" name="Content Placeholder 4">
            <a:extLst>
              <a:ext uri="{FF2B5EF4-FFF2-40B4-BE49-F238E27FC236}">
                <a16:creationId xmlns:a16="http://schemas.microsoft.com/office/drawing/2014/main" id="{D4716BEF-8A35-16AB-2612-D5ADC74B28FD}"/>
              </a:ext>
            </a:extLst>
          </p:cNvPr>
          <p:cNvSpPr>
            <a:spLocks noGrp="1"/>
          </p:cNvSpPr>
          <p:nvPr>
            <p:ph sz="quarter" idx="10"/>
          </p:nvPr>
        </p:nvSpPr>
        <p:spPr>
          <a:xfrm>
            <a:off x="6150276" y="5038725"/>
            <a:ext cx="5673424" cy="933450"/>
          </a:xfrm>
        </p:spPr>
        <p:txBody>
          <a:bodyPr/>
          <a:lstStyle>
            <a:lvl1pPr>
              <a:defRPr sz="1800"/>
            </a:lvl1pPr>
            <a:lvl2pPr>
              <a:defRPr sz="1400">
                <a:latin typeface="+mj-lt"/>
              </a:defRPr>
            </a:lvl2pPr>
            <a:lvl3pPr>
              <a:buNone/>
              <a:defRPr/>
            </a:lvl3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172031508"/>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Quote Over Image">
    <p:spTree>
      <p:nvGrpSpPr>
        <p:cNvPr id="1" name=""/>
        <p:cNvGrpSpPr/>
        <p:nvPr/>
      </p:nvGrpSpPr>
      <p:grpSpPr>
        <a:xfrm>
          <a:off x="0" y="0"/>
          <a:ext cx="0" cy="0"/>
          <a:chOff x="0" y="0"/>
          <a:chExt cx="0" cy="0"/>
        </a:xfrm>
      </p:grpSpPr>
      <p:sp>
        <p:nvSpPr>
          <p:cNvPr id="13" name="Picture Placeholder 14">
            <a:extLst>
              <a:ext uri="{FF2B5EF4-FFF2-40B4-BE49-F238E27FC236}">
                <a16:creationId xmlns:a16="http://schemas.microsoft.com/office/drawing/2014/main" id="{743AD5A7-567D-9EC7-BECB-71D2480F2498}"/>
              </a:ext>
              <a:ext uri="{C183D7F6-B498-43B3-948B-1728B52AA6E4}">
                <adec:decorative xmlns:adec="http://schemas.microsoft.com/office/drawing/2017/decorative" val="1"/>
              </a:ext>
            </a:extLst>
          </p:cNvPr>
          <p:cNvSpPr>
            <a:spLocks noGrp="1"/>
          </p:cNvSpPr>
          <p:nvPr>
            <p:ph type="pic" sz="quarter" idx="11"/>
          </p:nvPr>
        </p:nvSpPr>
        <p:spPr>
          <a:xfrm>
            <a:off x="0" y="-1"/>
            <a:ext cx="12192000" cy="6857999"/>
          </a:xfrm>
          <a:solidFill>
            <a:schemeClr val="bg2"/>
          </a:solidFill>
        </p:spPr>
        <p:txBody>
          <a:bodyPr tIns="1554480"/>
          <a:lstStyle>
            <a:lvl1pPr algn="ctr">
              <a:defRPr/>
            </a:lvl1pPr>
          </a:lstStyle>
          <a:p>
            <a:r>
              <a:rPr lang="en-US"/>
              <a:t>Click icon to add picture</a:t>
            </a:r>
            <a:endParaRPr lang="en-US" dirty="0"/>
          </a:p>
        </p:txBody>
      </p:sp>
      <p:sp>
        <p:nvSpPr>
          <p:cNvPr id="2" name="Title 1">
            <a:extLst>
              <a:ext uri="{FF2B5EF4-FFF2-40B4-BE49-F238E27FC236}">
                <a16:creationId xmlns:a16="http://schemas.microsoft.com/office/drawing/2014/main" id="{3D01A1D7-A824-48A0-3E0C-4A7C86CA63AB}"/>
              </a:ext>
            </a:extLst>
          </p:cNvPr>
          <p:cNvSpPr>
            <a:spLocks noGrp="1"/>
          </p:cNvSpPr>
          <p:nvPr>
            <p:ph type="title" hasCustomPrompt="1"/>
          </p:nvPr>
        </p:nvSpPr>
        <p:spPr>
          <a:xfrm>
            <a:off x="400050" y="-300748"/>
            <a:ext cx="5634788" cy="249299"/>
          </a:xfrm>
        </p:spPr>
        <p:txBody>
          <a:bodyPr wrap="square">
            <a:spAutoFit/>
          </a:bodyPr>
          <a:lstStyle>
            <a:lvl1pPr>
              <a:defRPr sz="1800" b="0"/>
            </a:lvl1pPr>
          </a:lstStyle>
          <a:p>
            <a:r>
              <a:rPr lang="en-US" dirty="0"/>
              <a:t>Title for accessibility</a:t>
            </a:r>
          </a:p>
        </p:txBody>
      </p:sp>
      <p:sp>
        <p:nvSpPr>
          <p:cNvPr id="9" name="Content Placeholder 8">
            <a:extLst>
              <a:ext uri="{FF2B5EF4-FFF2-40B4-BE49-F238E27FC236}">
                <a16:creationId xmlns:a16="http://schemas.microsoft.com/office/drawing/2014/main" id="{F7339CEB-91F9-B7FD-86D6-A4C114DA3002}"/>
              </a:ext>
            </a:extLst>
          </p:cNvPr>
          <p:cNvSpPr>
            <a:spLocks noGrp="1"/>
          </p:cNvSpPr>
          <p:nvPr>
            <p:ph idx="1"/>
          </p:nvPr>
        </p:nvSpPr>
        <p:spPr>
          <a:xfrm>
            <a:off x="5733536" y="400051"/>
            <a:ext cx="6078018" cy="5024273"/>
          </a:xfrm>
          <a:custGeom>
            <a:avLst/>
            <a:gdLst>
              <a:gd name="connsiteX0" fmla="*/ 0 w 6078018"/>
              <a:gd name="connsiteY0" fmla="*/ 0 h 5024273"/>
              <a:gd name="connsiteX1" fmla="*/ 6078018 w 6078018"/>
              <a:gd name="connsiteY1" fmla="*/ 0 h 5024273"/>
              <a:gd name="connsiteX2" fmla="*/ 6078018 w 6078018"/>
              <a:gd name="connsiteY2" fmla="*/ 4662902 h 5024273"/>
              <a:gd name="connsiteX3" fmla="*/ 3041951 w 6078018"/>
              <a:gd name="connsiteY3" fmla="*/ 4663975 h 5024273"/>
              <a:gd name="connsiteX4" fmla="*/ 2829053 w 6078018"/>
              <a:gd name="connsiteY4" fmla="*/ 5023866 h 5024273"/>
              <a:gd name="connsiteX5" fmla="*/ 0 w 6078018"/>
              <a:gd name="connsiteY5" fmla="*/ 5024273 h 50242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078018" h="5024273">
                <a:moveTo>
                  <a:pt x="0" y="0"/>
                </a:moveTo>
                <a:lnTo>
                  <a:pt x="6078018" y="0"/>
                </a:lnTo>
                <a:lnTo>
                  <a:pt x="6078018" y="4662902"/>
                </a:lnTo>
                <a:lnTo>
                  <a:pt x="3041951" y="4663975"/>
                </a:lnTo>
                <a:lnTo>
                  <a:pt x="2829053" y="5023866"/>
                </a:lnTo>
                <a:lnTo>
                  <a:pt x="0" y="5024273"/>
                </a:lnTo>
                <a:close/>
              </a:path>
            </a:pathLst>
          </a:custGeom>
          <a:solidFill>
            <a:schemeClr val="bg1"/>
          </a:solidFill>
        </p:spPr>
        <p:txBody>
          <a:bodyPr wrap="square" lIns="411480" tIns="1170432" rIns="365760">
            <a:noAutofit/>
          </a:bodyPr>
          <a:lstStyle>
            <a:lvl1pPr>
              <a:lnSpc>
                <a:spcPct val="100000"/>
              </a:lnSpc>
              <a:spcBef>
                <a:spcPts val="900"/>
              </a:spcBef>
              <a:spcAft>
                <a:spcPts val="0"/>
              </a:spcAft>
              <a:defRPr sz="3200" b="0" spc="-50" baseline="0">
                <a:solidFill>
                  <a:schemeClr val="tx1"/>
                </a:solidFill>
                <a:latin typeface="+mj-lt"/>
              </a:defRPr>
            </a:lvl1pPr>
          </a:lstStyle>
          <a:p>
            <a:pPr lvl="0"/>
            <a:r>
              <a:rPr lang="en-US"/>
              <a:t>Click to edit Master text styles</a:t>
            </a:r>
          </a:p>
        </p:txBody>
      </p:sp>
      <p:sp>
        <p:nvSpPr>
          <p:cNvPr id="17" name="Text Placeholder 15">
            <a:extLst>
              <a:ext uri="{FF2B5EF4-FFF2-40B4-BE49-F238E27FC236}">
                <a16:creationId xmlns:a16="http://schemas.microsoft.com/office/drawing/2014/main" id="{0D1BEFAC-D99F-7020-6110-CD8460311AFF}"/>
              </a:ext>
            </a:extLst>
          </p:cNvPr>
          <p:cNvSpPr>
            <a:spLocks noGrp="1"/>
          </p:cNvSpPr>
          <p:nvPr>
            <p:ph type="body" sz="quarter" idx="12" hasCustomPrompt="1"/>
          </p:nvPr>
        </p:nvSpPr>
        <p:spPr>
          <a:xfrm>
            <a:off x="394728" y="6501384"/>
            <a:ext cx="365760" cy="161583"/>
          </a:xfrm>
        </p:spPr>
        <p:txBody>
          <a:bodyPr anchor="b" anchorCtr="0">
            <a:noAutofit/>
          </a:bodyPr>
          <a:lstStyle>
            <a:lvl1pPr>
              <a:defRPr sz="1050">
                <a:solidFill>
                  <a:schemeClr val="bg1"/>
                </a:solidFill>
              </a:defRPr>
            </a:lvl1pPr>
          </a:lstStyle>
          <a:p>
            <a:pPr lvl="0"/>
            <a:r>
              <a:rPr lang="en-US" dirty="0"/>
              <a:t>PwC</a:t>
            </a:r>
          </a:p>
        </p:txBody>
      </p:sp>
      <p:sp>
        <p:nvSpPr>
          <p:cNvPr id="7" name="Footer Placeholder 4">
            <a:extLst>
              <a:ext uri="{FF2B5EF4-FFF2-40B4-BE49-F238E27FC236}">
                <a16:creationId xmlns:a16="http://schemas.microsoft.com/office/drawing/2014/main" id="{7DFE5ED4-420E-CADB-A68A-A7D421280793}"/>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chemeClr val="bg1"/>
                </a:solidFill>
                <a:latin typeface="+mn-lt"/>
                <a:cs typeface="Arial" panose="020B0604020202020204" pitchFamily="34" charset="0"/>
              </a:defRPr>
            </a:lvl1pPr>
          </a:lstStyle>
          <a:p>
            <a:endParaRPr lang="en-US" dirty="0"/>
          </a:p>
        </p:txBody>
      </p:sp>
      <p:sp>
        <p:nvSpPr>
          <p:cNvPr id="8" name="Slide Number Placeholder 13">
            <a:extLst>
              <a:ext uri="{FF2B5EF4-FFF2-40B4-BE49-F238E27FC236}">
                <a16:creationId xmlns:a16="http://schemas.microsoft.com/office/drawing/2014/main" id="{961284F9-299F-5762-4D10-4246CB963FFC}"/>
              </a:ext>
            </a:extLst>
          </p:cNvPr>
          <p:cNvSpPr>
            <a:spLocks noGrp="1"/>
          </p:cNvSpPr>
          <p:nvPr>
            <p:ph type="sldNum" sz="quarter" idx="4"/>
          </p:nvPr>
        </p:nvSpPr>
        <p:spPr>
          <a:xfrm>
            <a:off x="11526043" y="6491859"/>
            <a:ext cx="298209" cy="161583"/>
          </a:xfrm>
          <a:prstGeom prst="rect">
            <a:avLst/>
          </a:prstGeom>
        </p:spPr>
        <p:txBody>
          <a:bodyPr vert="horz" wrap="square" lIns="0" tIns="0" rIns="0" bIns="0" rtlCol="0" anchor="b" anchorCtr="0">
            <a:spAutoFit/>
          </a:bodyPr>
          <a:lstStyle>
            <a:lvl1pPr algn="r">
              <a:defRPr sz="1050">
                <a:solidFill>
                  <a:schemeClr val="bg1"/>
                </a:solidFill>
                <a:latin typeface="+mn-lt"/>
                <a:cs typeface="Arial" panose="020B0604020202020204" pitchFamily="34" charset="0"/>
              </a:defRPr>
            </a:lvl1pPr>
          </a:lstStyle>
          <a:p>
            <a:fld id="{3E6AC032-1535-134B-A583-D5E1DDD0D167}" type="slidenum">
              <a:rPr lang="en-US" smtClean="0"/>
              <a:pPr/>
              <a:t>‹#›</a:t>
            </a:fld>
            <a:endParaRPr lang="en-US" dirty="0"/>
          </a:p>
        </p:txBody>
      </p:sp>
      <p:sp>
        <p:nvSpPr>
          <p:cNvPr id="12" name="TextBox 11">
            <a:extLst>
              <a:ext uri="{FF2B5EF4-FFF2-40B4-BE49-F238E27FC236}">
                <a16:creationId xmlns:a16="http://schemas.microsoft.com/office/drawing/2014/main" id="{7AEFB371-D664-A7CF-D5EE-BB0684D60FED}"/>
              </a:ext>
            </a:extLst>
          </p:cNvPr>
          <p:cNvSpPr txBox="1"/>
          <p:nvPr userDrawn="1"/>
        </p:nvSpPr>
        <p:spPr>
          <a:xfrm>
            <a:off x="6034838" y="299570"/>
            <a:ext cx="762000" cy="838200"/>
          </a:xfrm>
          <a:prstGeom prst="rect">
            <a:avLst/>
          </a:prstGeom>
          <a:noFill/>
        </p:spPr>
        <p:txBody>
          <a:bodyPr wrap="square" lIns="0" tIns="0" rIns="0" bIns="0" rtlCol="0" anchor="t">
            <a:noAutofit/>
          </a:bodyPr>
          <a:lstStyle/>
          <a:p>
            <a:pPr marL="12700" marR="5080" lvl="0" indent="0" defTabSz="914400" eaLnBrk="1" fontAlgn="auto" latinLnBrk="0" hangingPunct="1">
              <a:spcBef>
                <a:spcPts val="900"/>
              </a:spcBef>
              <a:spcAft>
                <a:spcPts val="0"/>
              </a:spcAft>
              <a:buClrTx/>
              <a:buSzTx/>
              <a:buFontTx/>
              <a:buNone/>
              <a:tabLst/>
              <a:defRPr/>
            </a:pPr>
            <a:r>
              <a:rPr kumimoji="0" lang="en-US" sz="13800" b="1" u="none" strike="noStrike" kern="0" cap="none" spc="-105" normalizeH="0" baseline="0" noProof="0" dirty="0">
                <a:ln>
                  <a:noFill/>
                </a:ln>
                <a:solidFill>
                  <a:srgbClr val="FC5108"/>
                </a:solidFill>
                <a:effectLst/>
                <a:uLnTx/>
                <a:uFillTx/>
                <a:latin typeface="+mn-lt"/>
                <a:cs typeface="Arial" panose="020B0604020202020204" pitchFamily="34" charset="0"/>
              </a:rPr>
              <a:t>“</a:t>
            </a:r>
            <a:endParaRPr kumimoji="0" lang="en-US" sz="13800" b="1" u="none" strike="noStrike" kern="0" cap="none" spc="0" normalizeH="0" baseline="0" noProof="0" dirty="0">
              <a:ln>
                <a:noFill/>
              </a:ln>
              <a:solidFill>
                <a:srgbClr val="FC5108"/>
              </a:solidFill>
              <a:effectLst/>
              <a:uLnTx/>
              <a:uFillTx/>
              <a:latin typeface="+mn-lt"/>
              <a:cs typeface="Arial" panose="020B0604020202020204" pitchFamily="34" charset="0"/>
            </a:endParaRPr>
          </a:p>
          <a:p>
            <a:endParaRPr lang="en-US" sz="6000" b="1" dirty="0">
              <a:solidFill>
                <a:srgbClr val="FC5108"/>
              </a:solidFill>
              <a:latin typeface="Georgia" panose="02040502050405020303" pitchFamily="18" charset="0"/>
              <a:cs typeface="Arial" panose="020B0604020202020204" pitchFamily="34" charset="0"/>
            </a:endParaRPr>
          </a:p>
        </p:txBody>
      </p:sp>
      <p:sp>
        <p:nvSpPr>
          <p:cNvPr id="3" name="Content Placeholder 4">
            <a:extLst>
              <a:ext uri="{FF2B5EF4-FFF2-40B4-BE49-F238E27FC236}">
                <a16:creationId xmlns:a16="http://schemas.microsoft.com/office/drawing/2014/main" id="{0617E1E3-DEC2-78E7-9998-E4FF637CE30B}"/>
              </a:ext>
            </a:extLst>
          </p:cNvPr>
          <p:cNvSpPr>
            <a:spLocks noGrp="1"/>
          </p:cNvSpPr>
          <p:nvPr>
            <p:ph sz="quarter" idx="10"/>
          </p:nvPr>
        </p:nvSpPr>
        <p:spPr>
          <a:xfrm>
            <a:off x="6151729" y="4005692"/>
            <a:ext cx="5455771" cy="921908"/>
          </a:xfrm>
        </p:spPr>
        <p:txBody>
          <a:bodyPr/>
          <a:lstStyle>
            <a:lvl1pPr>
              <a:defRPr sz="1800"/>
            </a:lvl1pPr>
            <a:lvl2pPr>
              <a:defRPr sz="1400">
                <a:latin typeface="+mj-lt"/>
              </a:defRPr>
            </a:lvl2pPr>
            <a:lvl3pPr>
              <a:buNone/>
              <a:defRPr/>
            </a:lvl3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1867592056"/>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Big Statement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01A1D7-A824-48A0-3E0C-4A7C86CA63AB}"/>
              </a:ext>
            </a:extLst>
          </p:cNvPr>
          <p:cNvSpPr>
            <a:spLocks noGrp="1"/>
          </p:cNvSpPr>
          <p:nvPr>
            <p:ph type="title" hasCustomPrompt="1"/>
          </p:nvPr>
        </p:nvSpPr>
        <p:spPr>
          <a:xfrm>
            <a:off x="400050" y="-300748"/>
            <a:ext cx="5643563" cy="249299"/>
          </a:xfrm>
        </p:spPr>
        <p:txBody>
          <a:bodyPr wrap="square">
            <a:spAutoFit/>
          </a:bodyPr>
          <a:lstStyle>
            <a:lvl1pPr>
              <a:defRPr sz="1800" b="0"/>
            </a:lvl1pPr>
          </a:lstStyle>
          <a:p>
            <a:r>
              <a:rPr lang="en-US" dirty="0"/>
              <a:t>Title for accessibility</a:t>
            </a:r>
          </a:p>
        </p:txBody>
      </p:sp>
      <p:sp>
        <p:nvSpPr>
          <p:cNvPr id="16" name="Text Placeholder 15">
            <a:extLst>
              <a:ext uri="{FF2B5EF4-FFF2-40B4-BE49-F238E27FC236}">
                <a16:creationId xmlns:a16="http://schemas.microsoft.com/office/drawing/2014/main" id="{FCE2EE15-D090-23D5-91E1-84A48D697B36}"/>
              </a:ext>
            </a:extLst>
          </p:cNvPr>
          <p:cNvSpPr>
            <a:spLocks noGrp="1"/>
          </p:cNvSpPr>
          <p:nvPr>
            <p:ph type="body" sz="quarter" idx="12"/>
          </p:nvPr>
        </p:nvSpPr>
        <p:spPr>
          <a:xfrm>
            <a:off x="6161192" y="737608"/>
            <a:ext cx="5671976" cy="4744821"/>
          </a:xfrm>
          <a:prstGeom prst="rect">
            <a:avLst/>
          </a:prstGeom>
          <a:noFill/>
        </p:spPr>
        <p:txBody>
          <a:bodyPr/>
          <a:lstStyle>
            <a:lvl1pPr>
              <a:lnSpc>
                <a:spcPct val="100000"/>
              </a:lnSpc>
              <a:defRPr sz="6600" b="0">
                <a:latin typeface="+mj-lt"/>
              </a:defRPr>
            </a:lvl1pPr>
          </a:lstStyle>
          <a:p>
            <a:pPr lvl="0"/>
            <a:r>
              <a:rPr lang="en-US"/>
              <a:t>Click to edit Master text styles</a:t>
            </a:r>
          </a:p>
        </p:txBody>
      </p:sp>
      <p:sp>
        <p:nvSpPr>
          <p:cNvPr id="5" name="Footer Placeholder 4">
            <a:extLst>
              <a:ext uri="{FF2B5EF4-FFF2-40B4-BE49-F238E27FC236}">
                <a16:creationId xmlns:a16="http://schemas.microsoft.com/office/drawing/2014/main" id="{94CDF16A-3F0F-40AD-25BD-32F2F4A17D05}"/>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endParaRPr lang="en-US" dirty="0"/>
          </a:p>
        </p:txBody>
      </p:sp>
      <p:sp>
        <p:nvSpPr>
          <p:cNvPr id="7" name="Slide Number Placeholder 13">
            <a:extLst>
              <a:ext uri="{FF2B5EF4-FFF2-40B4-BE49-F238E27FC236}">
                <a16:creationId xmlns:a16="http://schemas.microsoft.com/office/drawing/2014/main" id="{E1340CD9-3B8A-B030-B8FC-EAD510678C81}"/>
              </a:ext>
            </a:extLst>
          </p:cNvPr>
          <p:cNvSpPr>
            <a:spLocks noGrp="1"/>
          </p:cNvSpPr>
          <p:nvPr>
            <p:ph type="sldNum" sz="quarter" idx="4"/>
          </p:nvPr>
        </p:nvSpPr>
        <p:spPr>
          <a:xfrm>
            <a:off x="11526043" y="6491859"/>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sp>
        <p:nvSpPr>
          <p:cNvPr id="3" name="Content Placeholder 4">
            <a:extLst>
              <a:ext uri="{FF2B5EF4-FFF2-40B4-BE49-F238E27FC236}">
                <a16:creationId xmlns:a16="http://schemas.microsoft.com/office/drawing/2014/main" id="{420F89DA-180E-8B5A-DBF0-E46D4BE19FF9}"/>
              </a:ext>
            </a:extLst>
          </p:cNvPr>
          <p:cNvSpPr>
            <a:spLocks noGrp="1"/>
          </p:cNvSpPr>
          <p:nvPr>
            <p:ph sz="quarter" idx="10"/>
          </p:nvPr>
        </p:nvSpPr>
        <p:spPr>
          <a:xfrm>
            <a:off x="368300" y="4518025"/>
            <a:ext cx="4711700" cy="1562100"/>
          </a:xfrm>
        </p:spPr>
        <p:txBody>
          <a:bodyPr/>
          <a:lstStyle>
            <a:lvl1pPr>
              <a:defRPr sz="1800"/>
            </a:lvl1pPr>
            <a:lvl2pPr>
              <a:defRPr sz="1400">
                <a:latin typeface="+mj-lt"/>
              </a:defRPr>
            </a:lvl2pPr>
            <a:lvl3pPr>
              <a:buNone/>
              <a:defRPr/>
            </a:lvl3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2844920402"/>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Big Statement 2">
    <p:bg>
      <p:bgPr>
        <a:solidFill>
          <a:srgbClr val="DFE3E6"/>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01A1D7-A824-48A0-3E0C-4A7C86CA63AB}"/>
              </a:ext>
            </a:extLst>
          </p:cNvPr>
          <p:cNvSpPr>
            <a:spLocks noGrp="1"/>
          </p:cNvSpPr>
          <p:nvPr>
            <p:ph type="title" hasCustomPrompt="1"/>
          </p:nvPr>
        </p:nvSpPr>
        <p:spPr>
          <a:xfrm>
            <a:off x="400050" y="-300748"/>
            <a:ext cx="5643563" cy="249299"/>
          </a:xfrm>
        </p:spPr>
        <p:txBody>
          <a:bodyPr wrap="square">
            <a:spAutoFit/>
          </a:bodyPr>
          <a:lstStyle>
            <a:lvl1pPr>
              <a:defRPr sz="1800" b="0"/>
            </a:lvl1pPr>
          </a:lstStyle>
          <a:p>
            <a:r>
              <a:rPr lang="en-US" dirty="0"/>
              <a:t>Title for accessibility</a:t>
            </a:r>
          </a:p>
        </p:txBody>
      </p:sp>
      <p:sp>
        <p:nvSpPr>
          <p:cNvPr id="16" name="Text Placeholder 15">
            <a:extLst>
              <a:ext uri="{FF2B5EF4-FFF2-40B4-BE49-F238E27FC236}">
                <a16:creationId xmlns:a16="http://schemas.microsoft.com/office/drawing/2014/main" id="{FCE2EE15-D090-23D5-91E1-84A48D697B36}"/>
              </a:ext>
            </a:extLst>
          </p:cNvPr>
          <p:cNvSpPr>
            <a:spLocks noGrp="1"/>
          </p:cNvSpPr>
          <p:nvPr>
            <p:ph type="body" sz="quarter" idx="12"/>
          </p:nvPr>
        </p:nvSpPr>
        <p:spPr>
          <a:xfrm>
            <a:off x="6163056" y="740664"/>
            <a:ext cx="5671976" cy="4744821"/>
          </a:xfrm>
          <a:prstGeom prst="rect">
            <a:avLst/>
          </a:prstGeom>
          <a:noFill/>
        </p:spPr>
        <p:txBody>
          <a:bodyPr/>
          <a:lstStyle>
            <a:lvl1pPr>
              <a:lnSpc>
                <a:spcPct val="100000"/>
              </a:lnSpc>
              <a:defRPr sz="6600" b="0">
                <a:latin typeface="+mj-lt"/>
              </a:defRPr>
            </a:lvl1pPr>
          </a:lstStyle>
          <a:p>
            <a:pPr lvl="0"/>
            <a:r>
              <a:rPr lang="en-US"/>
              <a:t>Click to edit Master text styles</a:t>
            </a:r>
          </a:p>
        </p:txBody>
      </p:sp>
      <p:sp>
        <p:nvSpPr>
          <p:cNvPr id="5" name="Footer Placeholder 4">
            <a:extLst>
              <a:ext uri="{FF2B5EF4-FFF2-40B4-BE49-F238E27FC236}">
                <a16:creationId xmlns:a16="http://schemas.microsoft.com/office/drawing/2014/main" id="{A3CBD27D-46ED-F893-79F1-23481FEA9E3F}"/>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endParaRPr lang="en-US" dirty="0"/>
          </a:p>
        </p:txBody>
      </p:sp>
      <p:sp>
        <p:nvSpPr>
          <p:cNvPr id="7" name="Slide Number Placeholder 13">
            <a:extLst>
              <a:ext uri="{FF2B5EF4-FFF2-40B4-BE49-F238E27FC236}">
                <a16:creationId xmlns:a16="http://schemas.microsoft.com/office/drawing/2014/main" id="{8206B60F-A556-76A5-2FBC-4C736F4B16C5}"/>
              </a:ext>
            </a:extLst>
          </p:cNvPr>
          <p:cNvSpPr>
            <a:spLocks noGrp="1"/>
          </p:cNvSpPr>
          <p:nvPr>
            <p:ph type="sldNum" sz="quarter" idx="4"/>
          </p:nvPr>
        </p:nvSpPr>
        <p:spPr>
          <a:xfrm>
            <a:off x="11526043" y="6491859"/>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sp>
        <p:nvSpPr>
          <p:cNvPr id="3" name="Content Placeholder 4">
            <a:extLst>
              <a:ext uri="{FF2B5EF4-FFF2-40B4-BE49-F238E27FC236}">
                <a16:creationId xmlns:a16="http://schemas.microsoft.com/office/drawing/2014/main" id="{746CDA39-33E4-3C95-FE9D-6263CE3649C9}"/>
              </a:ext>
            </a:extLst>
          </p:cNvPr>
          <p:cNvSpPr>
            <a:spLocks noGrp="1"/>
          </p:cNvSpPr>
          <p:nvPr>
            <p:ph sz="quarter" idx="10"/>
          </p:nvPr>
        </p:nvSpPr>
        <p:spPr>
          <a:xfrm>
            <a:off x="368300" y="4518025"/>
            <a:ext cx="4711700" cy="1562100"/>
          </a:xfrm>
        </p:spPr>
        <p:txBody>
          <a:bodyPr/>
          <a:lstStyle>
            <a:lvl1pPr>
              <a:defRPr sz="1800"/>
            </a:lvl1pPr>
            <a:lvl2pPr>
              <a:defRPr sz="1400">
                <a:latin typeface="+mj-lt"/>
              </a:defRPr>
            </a:lvl2pPr>
            <a:lvl3pPr>
              <a:buNone/>
              <a:defRPr/>
            </a:lvl3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677545723"/>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Big Statement 3">
    <p:bg>
      <p:bgPr>
        <a:solidFill>
          <a:srgbClr val="FFE8D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01A1D7-A824-48A0-3E0C-4A7C86CA63AB}"/>
              </a:ext>
            </a:extLst>
          </p:cNvPr>
          <p:cNvSpPr>
            <a:spLocks noGrp="1"/>
          </p:cNvSpPr>
          <p:nvPr>
            <p:ph type="title" hasCustomPrompt="1"/>
          </p:nvPr>
        </p:nvSpPr>
        <p:spPr>
          <a:xfrm>
            <a:off x="402336" y="-300748"/>
            <a:ext cx="5641277" cy="249299"/>
          </a:xfrm>
        </p:spPr>
        <p:txBody>
          <a:bodyPr wrap="square">
            <a:spAutoFit/>
          </a:bodyPr>
          <a:lstStyle>
            <a:lvl1pPr>
              <a:defRPr sz="1800" b="0"/>
            </a:lvl1pPr>
          </a:lstStyle>
          <a:p>
            <a:r>
              <a:rPr lang="en-US" dirty="0"/>
              <a:t>Title for accessibility</a:t>
            </a:r>
          </a:p>
        </p:txBody>
      </p:sp>
      <p:sp>
        <p:nvSpPr>
          <p:cNvPr id="16" name="Text Placeholder 15">
            <a:extLst>
              <a:ext uri="{FF2B5EF4-FFF2-40B4-BE49-F238E27FC236}">
                <a16:creationId xmlns:a16="http://schemas.microsoft.com/office/drawing/2014/main" id="{FCE2EE15-D090-23D5-91E1-84A48D697B36}"/>
              </a:ext>
            </a:extLst>
          </p:cNvPr>
          <p:cNvSpPr>
            <a:spLocks noGrp="1"/>
          </p:cNvSpPr>
          <p:nvPr>
            <p:ph type="body" sz="quarter" idx="12"/>
          </p:nvPr>
        </p:nvSpPr>
        <p:spPr>
          <a:xfrm>
            <a:off x="6163056" y="740664"/>
            <a:ext cx="5671976" cy="4744821"/>
          </a:xfrm>
          <a:prstGeom prst="rect">
            <a:avLst/>
          </a:prstGeom>
          <a:noFill/>
        </p:spPr>
        <p:txBody>
          <a:bodyPr/>
          <a:lstStyle>
            <a:lvl1pPr>
              <a:lnSpc>
                <a:spcPct val="100000"/>
              </a:lnSpc>
              <a:defRPr sz="6600" b="0">
                <a:latin typeface="+mj-lt"/>
              </a:defRPr>
            </a:lvl1pPr>
          </a:lstStyle>
          <a:p>
            <a:pPr lvl="0"/>
            <a:r>
              <a:rPr lang="en-US"/>
              <a:t>Click to edit Master text styles</a:t>
            </a:r>
          </a:p>
        </p:txBody>
      </p:sp>
      <p:sp>
        <p:nvSpPr>
          <p:cNvPr id="5" name="Footer Placeholder 4">
            <a:extLst>
              <a:ext uri="{FF2B5EF4-FFF2-40B4-BE49-F238E27FC236}">
                <a16:creationId xmlns:a16="http://schemas.microsoft.com/office/drawing/2014/main" id="{51A77249-98B8-FACA-4ACE-60FB5325B01A}"/>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endParaRPr lang="en-US" dirty="0"/>
          </a:p>
        </p:txBody>
      </p:sp>
      <p:sp>
        <p:nvSpPr>
          <p:cNvPr id="7" name="Slide Number Placeholder 13">
            <a:extLst>
              <a:ext uri="{FF2B5EF4-FFF2-40B4-BE49-F238E27FC236}">
                <a16:creationId xmlns:a16="http://schemas.microsoft.com/office/drawing/2014/main" id="{3427FF8A-B4F7-3F6B-6AC3-2F7EC1DCAAD1}"/>
              </a:ext>
            </a:extLst>
          </p:cNvPr>
          <p:cNvSpPr>
            <a:spLocks noGrp="1"/>
          </p:cNvSpPr>
          <p:nvPr>
            <p:ph type="sldNum" sz="quarter" idx="4"/>
          </p:nvPr>
        </p:nvSpPr>
        <p:spPr>
          <a:xfrm>
            <a:off x="11526043" y="6491859"/>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sp>
        <p:nvSpPr>
          <p:cNvPr id="3" name="Content Placeholder 4">
            <a:extLst>
              <a:ext uri="{FF2B5EF4-FFF2-40B4-BE49-F238E27FC236}">
                <a16:creationId xmlns:a16="http://schemas.microsoft.com/office/drawing/2014/main" id="{B31972B4-0D39-C3FB-E17F-DC8EC7D11818}"/>
              </a:ext>
            </a:extLst>
          </p:cNvPr>
          <p:cNvSpPr>
            <a:spLocks noGrp="1"/>
          </p:cNvSpPr>
          <p:nvPr>
            <p:ph sz="quarter" idx="10"/>
          </p:nvPr>
        </p:nvSpPr>
        <p:spPr>
          <a:xfrm>
            <a:off x="368300" y="4518025"/>
            <a:ext cx="4711700" cy="1562100"/>
          </a:xfrm>
        </p:spPr>
        <p:txBody>
          <a:bodyPr/>
          <a:lstStyle>
            <a:lvl1pPr>
              <a:defRPr sz="1800"/>
            </a:lvl1pPr>
            <a:lvl2pPr>
              <a:defRPr sz="1400">
                <a:latin typeface="+mj-lt"/>
              </a:defRPr>
            </a:lvl2pPr>
            <a:lvl3pPr>
              <a:buNone/>
              <a:defRPr/>
            </a:lvl3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1246559854"/>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Big Statement 4">
    <p:bg>
      <p:bgPr>
        <a:solidFill>
          <a:schemeClr val="bg1"/>
        </a:solidFill>
        <a:effectLst/>
      </p:bgPr>
    </p:bg>
    <p:spTree>
      <p:nvGrpSpPr>
        <p:cNvPr id="1" name=""/>
        <p:cNvGrpSpPr/>
        <p:nvPr/>
      </p:nvGrpSpPr>
      <p:grpSpPr>
        <a:xfrm>
          <a:off x="0" y="0"/>
          <a:ext cx="0" cy="0"/>
          <a:chOff x="0" y="0"/>
          <a:chExt cx="0" cy="0"/>
        </a:xfrm>
      </p:grpSpPr>
      <p:sp>
        <p:nvSpPr>
          <p:cNvPr id="3" name="Picture Placeholder 14">
            <a:extLst>
              <a:ext uri="{FF2B5EF4-FFF2-40B4-BE49-F238E27FC236}">
                <a16:creationId xmlns:a16="http://schemas.microsoft.com/office/drawing/2014/main" id="{F2C136D6-EB53-8EAB-067D-F21D72B54E2A}"/>
              </a:ext>
              <a:ext uri="{C183D7F6-B498-43B3-948B-1728B52AA6E4}">
                <adec:decorative xmlns:adec="http://schemas.microsoft.com/office/drawing/2017/decorative" val="1"/>
              </a:ext>
            </a:extLst>
          </p:cNvPr>
          <p:cNvSpPr>
            <a:spLocks noGrp="1"/>
          </p:cNvSpPr>
          <p:nvPr>
            <p:ph type="pic" sz="quarter" idx="11"/>
          </p:nvPr>
        </p:nvSpPr>
        <p:spPr>
          <a:xfrm>
            <a:off x="0" y="-1"/>
            <a:ext cx="12192000" cy="6857999"/>
          </a:xfrm>
          <a:solidFill>
            <a:schemeClr val="bg1">
              <a:lumMod val="85000"/>
            </a:schemeClr>
          </a:solidFill>
        </p:spPr>
        <p:txBody>
          <a:bodyPr tIns="1554480"/>
          <a:lstStyle>
            <a:lvl1pPr algn="ctr">
              <a:defRPr/>
            </a:lvl1pPr>
          </a:lstStyle>
          <a:p>
            <a:r>
              <a:rPr lang="en-US"/>
              <a:t>Click icon to add picture</a:t>
            </a:r>
            <a:endParaRPr lang="en-US" dirty="0"/>
          </a:p>
        </p:txBody>
      </p:sp>
      <p:sp>
        <p:nvSpPr>
          <p:cNvPr id="2" name="Title 1">
            <a:extLst>
              <a:ext uri="{FF2B5EF4-FFF2-40B4-BE49-F238E27FC236}">
                <a16:creationId xmlns:a16="http://schemas.microsoft.com/office/drawing/2014/main" id="{3D01A1D7-A824-48A0-3E0C-4A7C86CA63AB}"/>
              </a:ext>
            </a:extLst>
          </p:cNvPr>
          <p:cNvSpPr>
            <a:spLocks noGrp="1"/>
          </p:cNvSpPr>
          <p:nvPr>
            <p:ph type="title" hasCustomPrompt="1"/>
          </p:nvPr>
        </p:nvSpPr>
        <p:spPr>
          <a:xfrm>
            <a:off x="347663" y="-319682"/>
            <a:ext cx="5695950" cy="249299"/>
          </a:xfrm>
        </p:spPr>
        <p:txBody>
          <a:bodyPr wrap="square">
            <a:spAutoFit/>
          </a:bodyPr>
          <a:lstStyle>
            <a:lvl1pPr>
              <a:defRPr sz="1800" b="0"/>
            </a:lvl1pPr>
          </a:lstStyle>
          <a:p>
            <a:r>
              <a:rPr lang="en-US" dirty="0"/>
              <a:t>Title for accessibility</a:t>
            </a:r>
          </a:p>
        </p:txBody>
      </p:sp>
      <p:sp>
        <p:nvSpPr>
          <p:cNvPr id="16" name="Text Placeholder 15">
            <a:extLst>
              <a:ext uri="{FF2B5EF4-FFF2-40B4-BE49-F238E27FC236}">
                <a16:creationId xmlns:a16="http://schemas.microsoft.com/office/drawing/2014/main" id="{FCE2EE15-D090-23D5-91E1-84A48D697B36}"/>
              </a:ext>
            </a:extLst>
          </p:cNvPr>
          <p:cNvSpPr>
            <a:spLocks noGrp="1"/>
          </p:cNvSpPr>
          <p:nvPr>
            <p:ph type="body" sz="quarter" idx="12"/>
          </p:nvPr>
        </p:nvSpPr>
        <p:spPr>
          <a:xfrm>
            <a:off x="6163056" y="740664"/>
            <a:ext cx="5671976" cy="4744821"/>
          </a:xfrm>
          <a:prstGeom prst="rect">
            <a:avLst/>
          </a:prstGeom>
          <a:noFill/>
        </p:spPr>
        <p:txBody>
          <a:bodyPr/>
          <a:lstStyle>
            <a:lvl1pPr>
              <a:lnSpc>
                <a:spcPct val="100000"/>
              </a:lnSpc>
              <a:defRPr sz="6600" b="0">
                <a:solidFill>
                  <a:schemeClr val="bg1"/>
                </a:solidFill>
                <a:latin typeface="+mj-lt"/>
              </a:defRPr>
            </a:lvl1pPr>
          </a:lstStyle>
          <a:p>
            <a:pPr lvl="0"/>
            <a:r>
              <a:rPr lang="en-US"/>
              <a:t>Click to edit Master text styles</a:t>
            </a:r>
          </a:p>
        </p:txBody>
      </p:sp>
      <p:sp>
        <p:nvSpPr>
          <p:cNvPr id="7" name="TextBox 6">
            <a:extLst>
              <a:ext uri="{FF2B5EF4-FFF2-40B4-BE49-F238E27FC236}">
                <a16:creationId xmlns:a16="http://schemas.microsoft.com/office/drawing/2014/main" id="{FDD3CF2F-7A33-6AA8-EBBC-3A558D724586}"/>
              </a:ext>
            </a:extLst>
          </p:cNvPr>
          <p:cNvSpPr txBox="1"/>
          <p:nvPr userDrawn="1"/>
        </p:nvSpPr>
        <p:spPr>
          <a:xfrm>
            <a:off x="394728" y="6501384"/>
            <a:ext cx="431483" cy="161583"/>
          </a:xfrm>
          <a:prstGeom prst="rect">
            <a:avLst/>
          </a:prstGeom>
          <a:noFill/>
        </p:spPr>
        <p:txBody>
          <a:bodyPr wrap="square" lIns="0" tIns="0" rIns="0" bIns="0" rtlCol="0" anchor="b" anchorCtr="0">
            <a:spAutoFit/>
          </a:bodyPr>
          <a:lstStyle/>
          <a:p>
            <a:pPr algn="l"/>
            <a:r>
              <a:rPr lang="en-US" sz="1050" b="1" dirty="0">
                <a:solidFill>
                  <a:schemeClr val="bg1"/>
                </a:solidFill>
              </a:rPr>
              <a:t>PwC</a:t>
            </a:r>
          </a:p>
        </p:txBody>
      </p:sp>
      <p:sp>
        <p:nvSpPr>
          <p:cNvPr id="8" name="Footer Placeholder 4">
            <a:extLst>
              <a:ext uri="{FF2B5EF4-FFF2-40B4-BE49-F238E27FC236}">
                <a16:creationId xmlns:a16="http://schemas.microsoft.com/office/drawing/2014/main" id="{694593D8-AEB6-3CA5-7E3B-6BA6D552DB0C}"/>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chemeClr val="bg1"/>
                </a:solidFill>
                <a:latin typeface="+mn-lt"/>
                <a:cs typeface="Arial" panose="020B0604020202020204" pitchFamily="34" charset="0"/>
              </a:defRPr>
            </a:lvl1pPr>
          </a:lstStyle>
          <a:p>
            <a:endParaRPr lang="en-US" dirty="0"/>
          </a:p>
        </p:txBody>
      </p:sp>
      <p:sp>
        <p:nvSpPr>
          <p:cNvPr id="9" name="Slide Number Placeholder 13">
            <a:extLst>
              <a:ext uri="{FF2B5EF4-FFF2-40B4-BE49-F238E27FC236}">
                <a16:creationId xmlns:a16="http://schemas.microsoft.com/office/drawing/2014/main" id="{C1E67C1D-7D69-01C7-F212-8FD6EC41D5DD}"/>
              </a:ext>
            </a:extLst>
          </p:cNvPr>
          <p:cNvSpPr>
            <a:spLocks noGrp="1"/>
          </p:cNvSpPr>
          <p:nvPr>
            <p:ph type="sldNum" sz="quarter" idx="4"/>
          </p:nvPr>
        </p:nvSpPr>
        <p:spPr>
          <a:xfrm>
            <a:off x="11526043" y="6491859"/>
            <a:ext cx="298209" cy="161583"/>
          </a:xfrm>
          <a:prstGeom prst="rect">
            <a:avLst/>
          </a:prstGeom>
        </p:spPr>
        <p:txBody>
          <a:bodyPr vert="horz" wrap="square" lIns="0" tIns="0" rIns="0" bIns="0" rtlCol="0" anchor="b" anchorCtr="0">
            <a:spAutoFit/>
          </a:bodyPr>
          <a:lstStyle>
            <a:lvl1pPr algn="r">
              <a:defRPr sz="1050">
                <a:solidFill>
                  <a:schemeClr val="bg1"/>
                </a:solidFill>
                <a:latin typeface="+mn-lt"/>
                <a:cs typeface="Arial" panose="020B0604020202020204" pitchFamily="34" charset="0"/>
              </a:defRPr>
            </a:lvl1pPr>
          </a:lstStyle>
          <a:p>
            <a:fld id="{3E6AC032-1535-134B-A583-D5E1DDD0D167}" type="slidenum">
              <a:rPr lang="en-US" smtClean="0"/>
              <a:pPr/>
              <a:t>‹#›</a:t>
            </a:fld>
            <a:endParaRPr lang="en-US" dirty="0"/>
          </a:p>
        </p:txBody>
      </p:sp>
      <p:sp>
        <p:nvSpPr>
          <p:cNvPr id="4" name="Content Placeholder 4">
            <a:extLst>
              <a:ext uri="{FF2B5EF4-FFF2-40B4-BE49-F238E27FC236}">
                <a16:creationId xmlns:a16="http://schemas.microsoft.com/office/drawing/2014/main" id="{748F1255-B234-8F3E-2E95-66C55731FF06}"/>
              </a:ext>
            </a:extLst>
          </p:cNvPr>
          <p:cNvSpPr>
            <a:spLocks noGrp="1"/>
          </p:cNvSpPr>
          <p:nvPr>
            <p:ph sz="quarter" idx="10"/>
          </p:nvPr>
        </p:nvSpPr>
        <p:spPr>
          <a:xfrm>
            <a:off x="368300" y="4518025"/>
            <a:ext cx="4711700" cy="1562100"/>
          </a:xfrm>
        </p:spPr>
        <p:txBody>
          <a:bodyPr/>
          <a:lstStyle>
            <a:lvl1pPr>
              <a:defRPr sz="1800">
                <a:solidFill>
                  <a:schemeClr val="bg1"/>
                </a:solidFill>
              </a:defRPr>
            </a:lvl1pPr>
            <a:lvl2pPr>
              <a:defRPr sz="1400">
                <a:solidFill>
                  <a:schemeClr val="bg1"/>
                </a:solidFill>
                <a:latin typeface="+mj-lt"/>
              </a:defRPr>
            </a:lvl2pPr>
            <a:lvl3pPr>
              <a:buNone/>
              <a:defRPr/>
            </a:lvl3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2872535336"/>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Content With Image">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BD055151-7117-866F-6824-F774A7F56F66}"/>
              </a:ext>
            </a:extLst>
          </p:cNvPr>
          <p:cNvSpPr>
            <a:spLocks noGrp="1"/>
          </p:cNvSpPr>
          <p:nvPr>
            <p:ph type="title" hasCustomPrompt="1"/>
          </p:nvPr>
        </p:nvSpPr>
        <p:spPr>
          <a:xfrm>
            <a:off x="369010" y="3491244"/>
            <a:ext cx="4499480" cy="2458352"/>
          </a:xfrm>
        </p:spPr>
        <p:txBody>
          <a:bodyPr/>
          <a:lstStyle>
            <a:lvl1pPr>
              <a:lnSpc>
                <a:spcPct val="100000"/>
              </a:lnSpc>
              <a:defRPr sz="3200" b="0"/>
            </a:lvl1pPr>
          </a:lstStyle>
          <a:p>
            <a:r>
              <a:rPr lang="en-US" dirty="0"/>
              <a:t>Click to edit title style</a:t>
            </a:r>
          </a:p>
        </p:txBody>
      </p:sp>
      <p:sp>
        <p:nvSpPr>
          <p:cNvPr id="3" name="Picture Placeholder 2">
            <a:extLst>
              <a:ext uri="{FF2B5EF4-FFF2-40B4-BE49-F238E27FC236}">
                <a16:creationId xmlns:a16="http://schemas.microsoft.com/office/drawing/2014/main" id="{CAF96854-0B82-0332-CB0D-B653A0471D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p:cNvSpPr>
          <p:nvPr>
            <p:ph type="pic" sz="quarter" idx="11" hasCustomPrompt="1"/>
          </p:nvPr>
        </p:nvSpPr>
        <p:spPr>
          <a:xfrm>
            <a:off x="5184776" y="368299"/>
            <a:ext cx="6638214" cy="5603875"/>
          </a:xfrm>
          <a:custGeom>
            <a:avLst/>
            <a:gdLst>
              <a:gd name="connsiteX0" fmla="*/ 2370 w 6614842"/>
              <a:gd name="connsiteY0" fmla="*/ 0 h 5539040"/>
              <a:gd name="connsiteX1" fmla="*/ 6614842 w 6614842"/>
              <a:gd name="connsiteY1" fmla="*/ 0 h 5539040"/>
              <a:gd name="connsiteX2" fmla="*/ 6611213 w 6614842"/>
              <a:gd name="connsiteY2" fmla="*/ 5179084 h 5539040"/>
              <a:gd name="connsiteX3" fmla="*/ 3320084 w 6614842"/>
              <a:gd name="connsiteY3" fmla="*/ 5175675 h 5539040"/>
              <a:gd name="connsiteX4" fmla="*/ 3075776 w 6614842"/>
              <a:gd name="connsiteY4" fmla="*/ 5539040 h 5539040"/>
              <a:gd name="connsiteX5" fmla="*/ 0 w 6614842"/>
              <a:gd name="connsiteY5" fmla="*/ 5536403 h 5539040"/>
              <a:gd name="connsiteX6" fmla="*/ 2078 w 6614842"/>
              <a:gd name="connsiteY6" fmla="*/ 2755139 h 55390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614842" h="5539040">
                <a:moveTo>
                  <a:pt x="2370" y="0"/>
                </a:moveTo>
                <a:lnTo>
                  <a:pt x="6614842" y="0"/>
                </a:lnTo>
                <a:lnTo>
                  <a:pt x="6611213" y="5179084"/>
                </a:lnTo>
                <a:lnTo>
                  <a:pt x="3320084" y="5175675"/>
                </a:lnTo>
                <a:lnTo>
                  <a:pt x="3075776" y="5539040"/>
                </a:lnTo>
                <a:lnTo>
                  <a:pt x="0" y="5536403"/>
                </a:lnTo>
                <a:cubicBezTo>
                  <a:pt x="1583" y="4615367"/>
                  <a:pt x="1979" y="3686592"/>
                  <a:pt x="2078" y="2755139"/>
                </a:cubicBezTo>
                <a:close/>
              </a:path>
            </a:pathLst>
          </a:custGeom>
          <a:solidFill>
            <a:schemeClr val="bg2"/>
          </a:solidFill>
        </p:spPr>
        <p:txBody>
          <a:bodyPr wrap="square" lIns="914400" tIns="1554480" rIns="914400">
            <a:noAutofit/>
          </a:bodyPr>
          <a:lstStyle>
            <a:lvl1pPr algn="ctr">
              <a:defRPr b="0" i="0"/>
            </a:lvl1pPr>
          </a:lstStyle>
          <a:p>
            <a:r>
              <a:rPr lang="en-US" dirty="0"/>
              <a:t>Click icon to add picture—do</a:t>
            </a:r>
            <a:r>
              <a:rPr lang="en-US" sz="1500" kern="100" dirty="0">
                <a:effectLst/>
                <a:latin typeface="Arial" panose="020B0604020202020204" pitchFamily="34" charset="0"/>
                <a:ea typeface="Aptos" panose="020B0004020202020204" pitchFamily="34" charset="0"/>
                <a:cs typeface="Times New Roman" panose="02020603050405020304" pitchFamily="18" charset="0"/>
              </a:rPr>
              <a:t> </a:t>
            </a:r>
            <a:r>
              <a:rPr lang="en-US" dirty="0"/>
              <a:t>not</a:t>
            </a:r>
            <a:r>
              <a:rPr lang="en-US" sz="1500" kern="100" dirty="0">
                <a:effectLst/>
                <a:latin typeface="Arial" panose="020B0604020202020204" pitchFamily="34" charset="0"/>
                <a:ea typeface="Aptos" panose="020B0004020202020204" pitchFamily="34" charset="0"/>
                <a:cs typeface="Times New Roman" panose="02020603050405020304" pitchFamily="18" charset="0"/>
              </a:rPr>
              <a:t> </a:t>
            </a:r>
            <a:r>
              <a:rPr lang="en-US" dirty="0"/>
              <a:t>scale</a:t>
            </a:r>
            <a:r>
              <a:rPr lang="en-US" sz="1500" kern="100" dirty="0">
                <a:effectLst/>
                <a:latin typeface="Arial" panose="020B0604020202020204" pitchFamily="34" charset="0"/>
                <a:ea typeface="Aptos" panose="020B0004020202020204" pitchFamily="34" charset="0"/>
                <a:cs typeface="Times New Roman" panose="02020603050405020304" pitchFamily="18" charset="0"/>
              </a:rPr>
              <a:t> </a:t>
            </a:r>
            <a:r>
              <a:rPr lang="en-US" dirty="0"/>
              <a:t>or</a:t>
            </a:r>
            <a:r>
              <a:rPr lang="en-US" sz="1500" kern="100" dirty="0">
                <a:effectLst/>
                <a:latin typeface="Arial" panose="020B0604020202020204" pitchFamily="34" charset="0"/>
                <a:ea typeface="Aptos" panose="020B0004020202020204" pitchFamily="34" charset="0"/>
                <a:cs typeface="Times New Roman" panose="02020603050405020304" pitchFamily="18" charset="0"/>
              </a:rPr>
              <a:t> </a:t>
            </a:r>
            <a:r>
              <a:rPr lang="en-US" dirty="0"/>
              <a:t>stretch</a:t>
            </a:r>
            <a:r>
              <a:rPr lang="en-US" sz="1500" kern="100" dirty="0">
                <a:effectLst/>
                <a:latin typeface="Arial" panose="020B0604020202020204" pitchFamily="34" charset="0"/>
                <a:ea typeface="Aptos" panose="020B0004020202020204" pitchFamily="34" charset="0"/>
                <a:cs typeface="Times New Roman" panose="02020603050405020304" pitchFamily="18" charset="0"/>
              </a:rPr>
              <a:t> </a:t>
            </a:r>
            <a:r>
              <a:rPr lang="en-US" dirty="0"/>
              <a:t>this</a:t>
            </a:r>
            <a:r>
              <a:rPr lang="en-US" sz="1500" kern="100" dirty="0">
                <a:effectLst/>
                <a:latin typeface="Arial" panose="020B0604020202020204" pitchFamily="34" charset="0"/>
                <a:ea typeface="Aptos" panose="020B0004020202020204" pitchFamily="34" charset="0"/>
                <a:cs typeface="Times New Roman" panose="02020603050405020304" pitchFamily="18" charset="0"/>
              </a:rPr>
              <a:t> </a:t>
            </a:r>
            <a:r>
              <a:rPr lang="en-US" dirty="0"/>
              <a:t>photo</a:t>
            </a:r>
            <a:r>
              <a:rPr lang="en-US" sz="1500" kern="100" dirty="0">
                <a:effectLst/>
                <a:latin typeface="Arial" panose="020B0604020202020204" pitchFamily="34" charset="0"/>
                <a:ea typeface="Aptos" panose="020B0004020202020204" pitchFamily="34" charset="0"/>
                <a:cs typeface="Times New Roman" panose="02020603050405020304" pitchFamily="18" charset="0"/>
              </a:rPr>
              <a:t> </a:t>
            </a:r>
            <a:r>
              <a:rPr lang="en-US" dirty="0"/>
              <a:t>placeholder</a:t>
            </a:r>
          </a:p>
        </p:txBody>
      </p:sp>
      <p:sp>
        <p:nvSpPr>
          <p:cNvPr id="4" name="Footer Placeholder 4">
            <a:extLst>
              <a:ext uri="{FF2B5EF4-FFF2-40B4-BE49-F238E27FC236}">
                <a16:creationId xmlns:a16="http://schemas.microsoft.com/office/drawing/2014/main" id="{629E8A37-B7AE-34F5-AC2C-2C3307E45306}"/>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endParaRPr lang="en-US" dirty="0"/>
          </a:p>
        </p:txBody>
      </p:sp>
      <p:sp>
        <p:nvSpPr>
          <p:cNvPr id="5" name="Slide Number Placeholder 13">
            <a:extLst>
              <a:ext uri="{FF2B5EF4-FFF2-40B4-BE49-F238E27FC236}">
                <a16:creationId xmlns:a16="http://schemas.microsoft.com/office/drawing/2014/main" id="{83E901E5-0C0F-02C2-6E8B-66E81BE06A91}"/>
              </a:ext>
            </a:extLst>
          </p:cNvPr>
          <p:cNvSpPr>
            <a:spLocks noGrp="1"/>
          </p:cNvSpPr>
          <p:nvPr>
            <p:ph type="sldNum" sz="quarter" idx="4"/>
          </p:nvPr>
        </p:nvSpPr>
        <p:spPr>
          <a:xfrm>
            <a:off x="11526043" y="6491859"/>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spTree>
    <p:extLst>
      <p:ext uri="{BB962C8B-B14F-4D97-AF65-F5344CB8AC3E}">
        <p14:creationId xmlns:p14="http://schemas.microsoft.com/office/powerpoint/2010/main" val="609372569"/>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Content With Image 2">
    <p:spTree>
      <p:nvGrpSpPr>
        <p:cNvPr id="1" name=""/>
        <p:cNvGrpSpPr/>
        <p:nvPr/>
      </p:nvGrpSpPr>
      <p:grpSpPr>
        <a:xfrm>
          <a:off x="0" y="0"/>
          <a:ext cx="0" cy="0"/>
          <a:chOff x="0" y="0"/>
          <a:chExt cx="0" cy="0"/>
        </a:xfrm>
      </p:grpSpPr>
      <p:sp>
        <p:nvSpPr>
          <p:cNvPr id="8" name="Title Placeholder 1">
            <a:extLst>
              <a:ext uri="{FF2B5EF4-FFF2-40B4-BE49-F238E27FC236}">
                <a16:creationId xmlns:a16="http://schemas.microsoft.com/office/drawing/2014/main" id="{AEA67855-93A6-BD43-750C-42D579FD028A}"/>
              </a:ext>
            </a:extLst>
          </p:cNvPr>
          <p:cNvSpPr>
            <a:spLocks noGrp="1"/>
          </p:cNvSpPr>
          <p:nvPr>
            <p:ph type="title"/>
          </p:nvPr>
        </p:nvSpPr>
        <p:spPr>
          <a:xfrm>
            <a:off x="370062" y="370062"/>
            <a:ext cx="3737453" cy="1295399"/>
          </a:xfrm>
          <a:prstGeom prst="rect">
            <a:avLst/>
          </a:prstGeom>
        </p:spPr>
        <p:txBody>
          <a:bodyPr vert="horz" lIns="0" tIns="0" rIns="0" bIns="0" rtlCol="0" anchor="t" anchorCtr="0">
            <a:noAutofit/>
          </a:bodyPr>
          <a:lstStyle>
            <a:lvl1pPr>
              <a:defRPr b="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20FA2383-F769-2E5D-64C9-71C8F2AC63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p:cNvSpPr>
          <p:nvPr>
            <p:ph type="pic" sz="quarter" idx="11" hasCustomPrompt="1"/>
          </p:nvPr>
        </p:nvSpPr>
        <p:spPr>
          <a:xfrm>
            <a:off x="5184774" y="370062"/>
            <a:ext cx="6637163" cy="5562780"/>
          </a:xfrm>
          <a:custGeom>
            <a:avLst/>
            <a:gdLst>
              <a:gd name="connsiteX0" fmla="*/ 2369 w 6614837"/>
              <a:gd name="connsiteY0" fmla="*/ 0 h 5532376"/>
              <a:gd name="connsiteX1" fmla="*/ 6614837 w 6614837"/>
              <a:gd name="connsiteY1" fmla="*/ 0 h 5532376"/>
              <a:gd name="connsiteX2" fmla="*/ 6611213 w 6614837"/>
              <a:gd name="connsiteY2" fmla="*/ 5172420 h 5532376"/>
              <a:gd name="connsiteX3" fmla="*/ 3320084 w 6614837"/>
              <a:gd name="connsiteY3" fmla="*/ 5169011 h 5532376"/>
              <a:gd name="connsiteX4" fmla="*/ 3075776 w 6614837"/>
              <a:gd name="connsiteY4" fmla="*/ 5532376 h 5532376"/>
              <a:gd name="connsiteX5" fmla="*/ 0 w 6614837"/>
              <a:gd name="connsiteY5" fmla="*/ 5529739 h 5532376"/>
              <a:gd name="connsiteX6" fmla="*/ 2078 w 6614837"/>
              <a:gd name="connsiteY6" fmla="*/ 2748475 h 55323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614837" h="5532376">
                <a:moveTo>
                  <a:pt x="2369" y="0"/>
                </a:moveTo>
                <a:lnTo>
                  <a:pt x="6614837" y="0"/>
                </a:lnTo>
                <a:lnTo>
                  <a:pt x="6611213" y="5172420"/>
                </a:lnTo>
                <a:lnTo>
                  <a:pt x="3320084" y="5169011"/>
                </a:lnTo>
                <a:lnTo>
                  <a:pt x="3075776" y="5532376"/>
                </a:lnTo>
                <a:lnTo>
                  <a:pt x="0" y="5529739"/>
                </a:lnTo>
                <a:cubicBezTo>
                  <a:pt x="1583" y="4608703"/>
                  <a:pt x="1979" y="3679928"/>
                  <a:pt x="2078" y="2748475"/>
                </a:cubicBezTo>
                <a:close/>
              </a:path>
            </a:pathLst>
          </a:custGeom>
          <a:solidFill>
            <a:schemeClr val="bg2"/>
          </a:solidFill>
        </p:spPr>
        <p:txBody>
          <a:bodyPr wrap="square" lIns="914400" tIns="1554480" rIns="914400">
            <a:noAutofit/>
          </a:bodyPr>
          <a:lstStyle>
            <a:lvl1pPr algn="ctr">
              <a:defRPr b="0" i="0"/>
            </a:lvl1pPr>
          </a:lstStyle>
          <a:p>
            <a:r>
              <a:rPr lang="en-US" dirty="0"/>
              <a:t>Click icon to add picture—do</a:t>
            </a:r>
            <a:r>
              <a:rPr lang="en-US" sz="1500" kern="100" dirty="0">
                <a:effectLst/>
                <a:latin typeface="Arial" panose="020B0604020202020204" pitchFamily="34" charset="0"/>
                <a:ea typeface="Aptos" panose="020B0004020202020204" pitchFamily="34" charset="0"/>
                <a:cs typeface="Times New Roman" panose="02020603050405020304" pitchFamily="18" charset="0"/>
              </a:rPr>
              <a:t> </a:t>
            </a:r>
            <a:r>
              <a:rPr lang="en-US" dirty="0"/>
              <a:t>not</a:t>
            </a:r>
            <a:r>
              <a:rPr lang="en-US" sz="1500" kern="100" dirty="0">
                <a:effectLst/>
                <a:latin typeface="Arial" panose="020B0604020202020204" pitchFamily="34" charset="0"/>
                <a:ea typeface="Aptos" panose="020B0004020202020204" pitchFamily="34" charset="0"/>
                <a:cs typeface="Times New Roman" panose="02020603050405020304" pitchFamily="18" charset="0"/>
              </a:rPr>
              <a:t> </a:t>
            </a:r>
            <a:r>
              <a:rPr lang="en-US" dirty="0"/>
              <a:t>scale</a:t>
            </a:r>
            <a:r>
              <a:rPr lang="en-US" sz="1500" kern="100" dirty="0">
                <a:effectLst/>
                <a:latin typeface="Arial" panose="020B0604020202020204" pitchFamily="34" charset="0"/>
                <a:ea typeface="Aptos" panose="020B0004020202020204" pitchFamily="34" charset="0"/>
                <a:cs typeface="Times New Roman" panose="02020603050405020304" pitchFamily="18" charset="0"/>
              </a:rPr>
              <a:t> </a:t>
            </a:r>
            <a:r>
              <a:rPr lang="en-US" dirty="0"/>
              <a:t>or</a:t>
            </a:r>
            <a:r>
              <a:rPr lang="en-US" sz="1500" kern="100" dirty="0">
                <a:effectLst/>
                <a:latin typeface="Arial" panose="020B0604020202020204" pitchFamily="34" charset="0"/>
                <a:ea typeface="Aptos" panose="020B0004020202020204" pitchFamily="34" charset="0"/>
                <a:cs typeface="Times New Roman" panose="02020603050405020304" pitchFamily="18" charset="0"/>
              </a:rPr>
              <a:t> </a:t>
            </a:r>
            <a:r>
              <a:rPr lang="en-US" dirty="0"/>
              <a:t>stretch</a:t>
            </a:r>
            <a:r>
              <a:rPr lang="en-US" sz="1500" kern="100" dirty="0">
                <a:effectLst/>
                <a:latin typeface="Arial" panose="020B0604020202020204" pitchFamily="34" charset="0"/>
                <a:ea typeface="Aptos" panose="020B0004020202020204" pitchFamily="34" charset="0"/>
                <a:cs typeface="Times New Roman" panose="02020603050405020304" pitchFamily="18" charset="0"/>
              </a:rPr>
              <a:t> </a:t>
            </a:r>
            <a:r>
              <a:rPr lang="en-US" dirty="0"/>
              <a:t>this</a:t>
            </a:r>
            <a:r>
              <a:rPr lang="en-US" sz="1500" kern="100" dirty="0">
                <a:effectLst/>
                <a:latin typeface="Arial" panose="020B0604020202020204" pitchFamily="34" charset="0"/>
                <a:ea typeface="Aptos" panose="020B0004020202020204" pitchFamily="34" charset="0"/>
                <a:cs typeface="Times New Roman" panose="02020603050405020304" pitchFamily="18" charset="0"/>
              </a:rPr>
              <a:t> </a:t>
            </a:r>
            <a:r>
              <a:rPr lang="en-US" dirty="0"/>
              <a:t>photo</a:t>
            </a:r>
            <a:r>
              <a:rPr lang="en-US" sz="1500" kern="100" dirty="0">
                <a:effectLst/>
                <a:latin typeface="Arial" panose="020B0604020202020204" pitchFamily="34" charset="0"/>
                <a:ea typeface="Aptos" panose="020B0004020202020204" pitchFamily="34" charset="0"/>
                <a:cs typeface="Times New Roman" panose="02020603050405020304" pitchFamily="18" charset="0"/>
              </a:rPr>
              <a:t> </a:t>
            </a:r>
            <a:r>
              <a:rPr lang="en-US" dirty="0"/>
              <a:t>placeholder</a:t>
            </a:r>
          </a:p>
        </p:txBody>
      </p:sp>
      <p:sp>
        <p:nvSpPr>
          <p:cNvPr id="4" name="Footer Placeholder 4">
            <a:extLst>
              <a:ext uri="{FF2B5EF4-FFF2-40B4-BE49-F238E27FC236}">
                <a16:creationId xmlns:a16="http://schemas.microsoft.com/office/drawing/2014/main" id="{4619E784-11F4-A104-BB77-5E8F8D397AEE}"/>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endParaRPr lang="en-US" dirty="0"/>
          </a:p>
        </p:txBody>
      </p:sp>
      <p:sp>
        <p:nvSpPr>
          <p:cNvPr id="5" name="Slide Number Placeholder 13">
            <a:extLst>
              <a:ext uri="{FF2B5EF4-FFF2-40B4-BE49-F238E27FC236}">
                <a16:creationId xmlns:a16="http://schemas.microsoft.com/office/drawing/2014/main" id="{BF37CFFA-3D80-3409-C50E-D2A382F2618E}"/>
              </a:ext>
            </a:extLst>
          </p:cNvPr>
          <p:cNvSpPr>
            <a:spLocks noGrp="1"/>
          </p:cNvSpPr>
          <p:nvPr>
            <p:ph type="sldNum" sz="quarter" idx="4"/>
          </p:nvPr>
        </p:nvSpPr>
        <p:spPr>
          <a:xfrm>
            <a:off x="11526043" y="6491859"/>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sp>
        <p:nvSpPr>
          <p:cNvPr id="7" name="Content Placeholder 6">
            <a:extLst>
              <a:ext uri="{FF2B5EF4-FFF2-40B4-BE49-F238E27FC236}">
                <a16:creationId xmlns:a16="http://schemas.microsoft.com/office/drawing/2014/main" id="{01119A16-4429-1C3B-93F5-9356F9F7EC68}"/>
              </a:ext>
            </a:extLst>
          </p:cNvPr>
          <p:cNvSpPr>
            <a:spLocks noGrp="1"/>
          </p:cNvSpPr>
          <p:nvPr>
            <p:ph sz="quarter" idx="12"/>
          </p:nvPr>
        </p:nvSpPr>
        <p:spPr>
          <a:xfrm>
            <a:off x="369888" y="2959100"/>
            <a:ext cx="3744912" cy="30130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1311106638"/>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Content With Image 3">
    <p:spTree>
      <p:nvGrpSpPr>
        <p:cNvPr id="1" name=""/>
        <p:cNvGrpSpPr/>
        <p:nvPr/>
      </p:nvGrpSpPr>
      <p:grpSpPr>
        <a:xfrm>
          <a:off x="0" y="0"/>
          <a:ext cx="0" cy="0"/>
          <a:chOff x="0" y="0"/>
          <a:chExt cx="0" cy="0"/>
        </a:xfrm>
      </p:grpSpPr>
      <p:sp>
        <p:nvSpPr>
          <p:cNvPr id="8" name="Title Placeholder 1">
            <a:extLst>
              <a:ext uri="{FF2B5EF4-FFF2-40B4-BE49-F238E27FC236}">
                <a16:creationId xmlns:a16="http://schemas.microsoft.com/office/drawing/2014/main" id="{AEA67855-93A6-BD43-750C-42D579FD028A}"/>
              </a:ext>
            </a:extLst>
          </p:cNvPr>
          <p:cNvSpPr>
            <a:spLocks noGrp="1"/>
          </p:cNvSpPr>
          <p:nvPr>
            <p:ph type="title"/>
          </p:nvPr>
        </p:nvSpPr>
        <p:spPr>
          <a:xfrm>
            <a:off x="370062" y="2446693"/>
            <a:ext cx="2767808" cy="765810"/>
          </a:xfrm>
          <a:prstGeom prst="rect">
            <a:avLst/>
          </a:prstGeom>
        </p:spPr>
        <p:txBody>
          <a:bodyPr vert="horz" lIns="0" tIns="0" rIns="0" bIns="0" rtlCol="0" anchor="t" anchorCtr="0">
            <a:noAutofit/>
          </a:bodyPr>
          <a:lstStyle>
            <a:lvl1pPr>
              <a:defRPr b="0"/>
            </a:lvl1pPr>
          </a:lstStyle>
          <a:p>
            <a:r>
              <a:rPr lang="en-US"/>
              <a:t>Click to edit Master title style</a:t>
            </a:r>
            <a:endParaRPr lang="en-US" dirty="0"/>
          </a:p>
        </p:txBody>
      </p:sp>
      <p:sp>
        <p:nvSpPr>
          <p:cNvPr id="4" name="Footer Placeholder 4">
            <a:extLst>
              <a:ext uri="{FF2B5EF4-FFF2-40B4-BE49-F238E27FC236}">
                <a16:creationId xmlns:a16="http://schemas.microsoft.com/office/drawing/2014/main" id="{665F8295-3C5A-A1AE-F43F-1FA6D8B2F4F5}"/>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endParaRPr lang="en-US" dirty="0"/>
          </a:p>
        </p:txBody>
      </p:sp>
      <p:sp>
        <p:nvSpPr>
          <p:cNvPr id="5" name="Slide Number Placeholder 13">
            <a:extLst>
              <a:ext uri="{FF2B5EF4-FFF2-40B4-BE49-F238E27FC236}">
                <a16:creationId xmlns:a16="http://schemas.microsoft.com/office/drawing/2014/main" id="{30A1C61F-1977-8EC5-355B-66B6908EB52C}"/>
              </a:ext>
            </a:extLst>
          </p:cNvPr>
          <p:cNvSpPr>
            <a:spLocks noGrp="1"/>
          </p:cNvSpPr>
          <p:nvPr>
            <p:ph type="sldNum" sz="quarter" idx="4"/>
          </p:nvPr>
        </p:nvSpPr>
        <p:spPr>
          <a:xfrm>
            <a:off x="11526043" y="6491859"/>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sp>
        <p:nvSpPr>
          <p:cNvPr id="10" name="Picture Placeholder 9">
            <a:extLst>
              <a:ext uri="{FF2B5EF4-FFF2-40B4-BE49-F238E27FC236}">
                <a16:creationId xmlns:a16="http://schemas.microsoft.com/office/drawing/2014/main" id="{C8FF515D-AF08-494F-FFD1-C5F2FEFB42CE}"/>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p:ph type="pic" sz="quarter" idx="13" hasCustomPrompt="1"/>
          </p:nvPr>
        </p:nvSpPr>
        <p:spPr>
          <a:xfrm>
            <a:off x="3257550" y="368299"/>
            <a:ext cx="8566150" cy="5603875"/>
          </a:xfrm>
          <a:custGeom>
            <a:avLst/>
            <a:gdLst>
              <a:gd name="connsiteX0" fmla="*/ 3049 w 8513514"/>
              <a:gd name="connsiteY0" fmla="*/ 0 h 5540196"/>
              <a:gd name="connsiteX1" fmla="*/ 8513003 w 8513514"/>
              <a:gd name="connsiteY1" fmla="*/ 0 h 5540196"/>
              <a:gd name="connsiteX2" fmla="*/ 8512994 w 8513514"/>
              <a:gd name="connsiteY2" fmla="*/ 10458 h 5540196"/>
              <a:gd name="connsiteX3" fmla="*/ 8513514 w 8513514"/>
              <a:gd name="connsiteY3" fmla="*/ 10458 h 5540196"/>
              <a:gd name="connsiteX4" fmla="*/ 8508849 w 8513514"/>
              <a:gd name="connsiteY4" fmla="*/ 5182877 h 5540196"/>
              <a:gd name="connsiteX5" fmla="*/ 4273312 w 8513514"/>
              <a:gd name="connsiteY5" fmla="*/ 5179468 h 5540196"/>
              <a:gd name="connsiteX6" fmla="*/ 4037481 w 8513514"/>
              <a:gd name="connsiteY6" fmla="*/ 5538070 h 5540196"/>
              <a:gd name="connsiteX7" fmla="*/ 511 w 8513514"/>
              <a:gd name="connsiteY7" fmla="*/ 5540196 h 5540196"/>
              <a:gd name="connsiteX8" fmla="*/ 527 w 8513514"/>
              <a:gd name="connsiteY8" fmla="*/ 5529738 h 5540196"/>
              <a:gd name="connsiteX9" fmla="*/ 0 w 8513514"/>
              <a:gd name="connsiteY9" fmla="*/ 5529738 h 5540196"/>
              <a:gd name="connsiteX10" fmla="*/ 2674 w 8513514"/>
              <a:gd name="connsiteY10" fmla="*/ 2748474 h 55401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513514" h="5540196">
                <a:moveTo>
                  <a:pt x="3049" y="0"/>
                </a:moveTo>
                <a:lnTo>
                  <a:pt x="8513003" y="0"/>
                </a:lnTo>
                <a:lnTo>
                  <a:pt x="8512994" y="10458"/>
                </a:lnTo>
                <a:lnTo>
                  <a:pt x="8513514" y="10458"/>
                </a:lnTo>
                <a:lnTo>
                  <a:pt x="8508849" y="5182877"/>
                </a:lnTo>
                <a:lnTo>
                  <a:pt x="4273312" y="5179468"/>
                </a:lnTo>
                <a:lnTo>
                  <a:pt x="4037481" y="5538070"/>
                </a:lnTo>
                <a:lnTo>
                  <a:pt x="511" y="5540196"/>
                </a:lnTo>
                <a:lnTo>
                  <a:pt x="527" y="5529738"/>
                </a:lnTo>
                <a:lnTo>
                  <a:pt x="0" y="5529738"/>
                </a:lnTo>
                <a:cubicBezTo>
                  <a:pt x="2037" y="4608702"/>
                  <a:pt x="2547" y="3679927"/>
                  <a:pt x="2674" y="2748474"/>
                </a:cubicBezTo>
                <a:close/>
              </a:path>
            </a:pathLst>
          </a:custGeom>
          <a:solidFill>
            <a:schemeClr val="bg2"/>
          </a:solidFill>
        </p:spPr>
        <p:txBody>
          <a:bodyPr wrap="square" lIns="1188720" tIns="1554480" rIns="1188720">
            <a:noAutofit/>
          </a:bodyPr>
          <a:lstStyle>
            <a:lvl1pPr algn="ctr">
              <a:defRPr b="0" i="0"/>
            </a:lvl1pPr>
          </a:lstStyle>
          <a:p>
            <a:r>
              <a:rPr lang="en-US" dirty="0"/>
              <a:t>Click icon to add picture—do</a:t>
            </a:r>
            <a:r>
              <a:rPr lang="en-US" sz="1500" kern="100" dirty="0">
                <a:effectLst/>
                <a:latin typeface="Arial" panose="020B0604020202020204" pitchFamily="34" charset="0"/>
                <a:ea typeface="Aptos" panose="020B0004020202020204" pitchFamily="34" charset="0"/>
                <a:cs typeface="Times New Roman" panose="02020603050405020304" pitchFamily="18" charset="0"/>
              </a:rPr>
              <a:t> </a:t>
            </a:r>
            <a:r>
              <a:rPr lang="en-US" dirty="0"/>
              <a:t>not</a:t>
            </a:r>
            <a:r>
              <a:rPr lang="en-US" sz="1500" kern="100" dirty="0">
                <a:effectLst/>
                <a:latin typeface="Arial" panose="020B0604020202020204" pitchFamily="34" charset="0"/>
                <a:ea typeface="Aptos" panose="020B0004020202020204" pitchFamily="34" charset="0"/>
                <a:cs typeface="Times New Roman" panose="02020603050405020304" pitchFamily="18" charset="0"/>
              </a:rPr>
              <a:t> </a:t>
            </a:r>
            <a:r>
              <a:rPr lang="en-US" dirty="0"/>
              <a:t>scale</a:t>
            </a:r>
            <a:r>
              <a:rPr lang="en-US" sz="1500" kern="100" dirty="0">
                <a:effectLst/>
                <a:latin typeface="Arial" panose="020B0604020202020204" pitchFamily="34" charset="0"/>
                <a:ea typeface="Aptos" panose="020B0004020202020204" pitchFamily="34" charset="0"/>
                <a:cs typeface="Times New Roman" panose="02020603050405020304" pitchFamily="18" charset="0"/>
              </a:rPr>
              <a:t> </a:t>
            </a:r>
            <a:r>
              <a:rPr lang="en-US" dirty="0"/>
              <a:t>or</a:t>
            </a:r>
            <a:r>
              <a:rPr lang="en-US" sz="1500" kern="100" dirty="0">
                <a:effectLst/>
                <a:latin typeface="Arial" panose="020B0604020202020204" pitchFamily="34" charset="0"/>
                <a:ea typeface="Aptos" panose="020B0004020202020204" pitchFamily="34" charset="0"/>
                <a:cs typeface="Times New Roman" panose="02020603050405020304" pitchFamily="18" charset="0"/>
              </a:rPr>
              <a:t> </a:t>
            </a:r>
            <a:r>
              <a:rPr lang="en-US" dirty="0"/>
              <a:t>stretch</a:t>
            </a:r>
            <a:r>
              <a:rPr lang="en-US" sz="1500" kern="100" dirty="0">
                <a:effectLst/>
                <a:latin typeface="Arial" panose="020B0604020202020204" pitchFamily="34" charset="0"/>
                <a:ea typeface="Aptos" panose="020B0004020202020204" pitchFamily="34" charset="0"/>
                <a:cs typeface="Times New Roman" panose="02020603050405020304" pitchFamily="18" charset="0"/>
              </a:rPr>
              <a:t> </a:t>
            </a:r>
            <a:r>
              <a:rPr lang="en-US" dirty="0"/>
              <a:t>this</a:t>
            </a:r>
            <a:r>
              <a:rPr lang="en-US" sz="1500" kern="100" dirty="0">
                <a:effectLst/>
                <a:latin typeface="Arial" panose="020B0604020202020204" pitchFamily="34" charset="0"/>
                <a:ea typeface="Aptos" panose="020B0004020202020204" pitchFamily="34" charset="0"/>
                <a:cs typeface="Times New Roman" panose="02020603050405020304" pitchFamily="18" charset="0"/>
              </a:rPr>
              <a:t> </a:t>
            </a:r>
            <a:r>
              <a:rPr lang="en-US" dirty="0"/>
              <a:t>photo</a:t>
            </a:r>
            <a:r>
              <a:rPr lang="en-US" sz="1500" kern="100" dirty="0">
                <a:effectLst/>
                <a:latin typeface="Arial" panose="020B0604020202020204" pitchFamily="34" charset="0"/>
                <a:ea typeface="Aptos" panose="020B0004020202020204" pitchFamily="34" charset="0"/>
                <a:cs typeface="Times New Roman" panose="02020603050405020304" pitchFamily="18" charset="0"/>
              </a:rPr>
              <a:t> </a:t>
            </a:r>
            <a:r>
              <a:rPr lang="en-US" dirty="0"/>
              <a:t>placeholder</a:t>
            </a:r>
          </a:p>
        </p:txBody>
      </p:sp>
      <p:sp>
        <p:nvSpPr>
          <p:cNvPr id="3" name="Content Placeholder 2">
            <a:extLst>
              <a:ext uri="{FF2B5EF4-FFF2-40B4-BE49-F238E27FC236}">
                <a16:creationId xmlns:a16="http://schemas.microsoft.com/office/drawing/2014/main" id="{460FE9E2-DC3E-0EAB-DFB7-B3E4A12323BE}"/>
              </a:ext>
            </a:extLst>
          </p:cNvPr>
          <p:cNvSpPr>
            <a:spLocks noGrp="1"/>
          </p:cNvSpPr>
          <p:nvPr>
            <p:ph sz="quarter" idx="14" hasCustomPrompt="1"/>
          </p:nvPr>
        </p:nvSpPr>
        <p:spPr>
          <a:xfrm>
            <a:off x="368300" y="3482975"/>
            <a:ext cx="2784475" cy="2489200"/>
          </a:xfrm>
        </p:spPr>
        <p:txBody>
          <a:bodyPr/>
          <a:lstStyle/>
          <a:p>
            <a:pPr lvl="1"/>
            <a:r>
              <a:rPr lang="en-GB" dirty="0"/>
              <a:t>Second level</a:t>
            </a:r>
          </a:p>
        </p:txBody>
      </p:sp>
    </p:spTree>
    <p:extLst>
      <p:ext uri="{BB962C8B-B14F-4D97-AF65-F5344CB8AC3E}">
        <p14:creationId xmlns:p14="http://schemas.microsoft.com/office/powerpoint/2010/main" val="2692068524"/>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Big Dat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01A1D7-A824-48A0-3E0C-4A7C86CA63AB}"/>
              </a:ext>
            </a:extLst>
          </p:cNvPr>
          <p:cNvSpPr>
            <a:spLocks noGrp="1"/>
          </p:cNvSpPr>
          <p:nvPr>
            <p:ph type="title" hasCustomPrompt="1"/>
          </p:nvPr>
        </p:nvSpPr>
        <p:spPr>
          <a:xfrm>
            <a:off x="400050" y="-300748"/>
            <a:ext cx="5643563" cy="249299"/>
          </a:xfrm>
        </p:spPr>
        <p:txBody>
          <a:bodyPr wrap="square">
            <a:spAutoFit/>
          </a:bodyPr>
          <a:lstStyle>
            <a:lvl1pPr>
              <a:defRPr sz="1800" b="0"/>
            </a:lvl1pPr>
          </a:lstStyle>
          <a:p>
            <a:r>
              <a:rPr lang="en-US" dirty="0"/>
              <a:t>Title for accessibility</a:t>
            </a:r>
          </a:p>
        </p:txBody>
      </p:sp>
      <p:sp>
        <p:nvSpPr>
          <p:cNvPr id="8" name="Text Placeholder 2">
            <a:extLst>
              <a:ext uri="{FF2B5EF4-FFF2-40B4-BE49-F238E27FC236}">
                <a16:creationId xmlns:a16="http://schemas.microsoft.com/office/drawing/2014/main" id="{6949215D-624C-7D6A-5688-62477C18FAD8}"/>
              </a:ext>
            </a:extLst>
          </p:cNvPr>
          <p:cNvSpPr>
            <a:spLocks noGrp="1"/>
          </p:cNvSpPr>
          <p:nvPr>
            <p:ph type="body" idx="11" hasCustomPrompt="1"/>
          </p:nvPr>
        </p:nvSpPr>
        <p:spPr>
          <a:xfrm>
            <a:off x="6150275" y="891325"/>
            <a:ext cx="5660723" cy="1846659"/>
          </a:xfrm>
        </p:spPr>
        <p:txBody>
          <a:bodyPr wrap="square">
            <a:spAutoFit/>
          </a:bodyPr>
          <a:lstStyle>
            <a:lvl1pPr marL="0" indent="0" algn="l">
              <a:lnSpc>
                <a:spcPct val="80000"/>
              </a:lnSpc>
              <a:spcBef>
                <a:spcPts val="0"/>
              </a:spcBef>
              <a:spcAft>
                <a:spcPts val="0"/>
              </a:spcAft>
              <a:buNone/>
              <a:defRPr sz="15000" b="0" kern="100" spc="-50" baseline="0">
                <a:solidFill>
                  <a:schemeClr val="accent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0</a:t>
            </a:r>
          </a:p>
        </p:txBody>
      </p:sp>
      <p:sp>
        <p:nvSpPr>
          <p:cNvPr id="3" name="Content Placeholder 2">
            <a:extLst>
              <a:ext uri="{FF2B5EF4-FFF2-40B4-BE49-F238E27FC236}">
                <a16:creationId xmlns:a16="http://schemas.microsoft.com/office/drawing/2014/main" id="{226E3B15-3502-F478-0302-DCABA0B41AD0}"/>
              </a:ext>
            </a:extLst>
          </p:cNvPr>
          <p:cNvSpPr>
            <a:spLocks noGrp="1"/>
          </p:cNvSpPr>
          <p:nvPr>
            <p:ph idx="1"/>
          </p:nvPr>
        </p:nvSpPr>
        <p:spPr>
          <a:xfrm>
            <a:off x="6150276" y="2433637"/>
            <a:ext cx="5660724" cy="3027363"/>
          </a:xfrm>
        </p:spPr>
        <p:txBody>
          <a:bodyPr/>
          <a:lstStyle>
            <a:lvl1pPr>
              <a:lnSpc>
                <a:spcPct val="100000"/>
              </a:lnSpc>
              <a:spcBef>
                <a:spcPts val="900"/>
              </a:spcBef>
              <a:spcAft>
                <a:spcPts val="0"/>
              </a:spcAft>
              <a:defRPr sz="6600" b="0" spc="-50" baseline="0">
                <a:latin typeface="+mj-lt"/>
              </a:defRPr>
            </a:lvl1pPr>
          </a:lstStyle>
          <a:p>
            <a:pPr lvl="0"/>
            <a:r>
              <a:rPr lang="en-US"/>
              <a:t>Click to edit Master text styles</a:t>
            </a:r>
          </a:p>
        </p:txBody>
      </p:sp>
      <p:sp>
        <p:nvSpPr>
          <p:cNvPr id="7" name="Footer Placeholder 4">
            <a:extLst>
              <a:ext uri="{FF2B5EF4-FFF2-40B4-BE49-F238E27FC236}">
                <a16:creationId xmlns:a16="http://schemas.microsoft.com/office/drawing/2014/main" id="{9B293083-8587-219C-C524-D809D6A866A2}"/>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endParaRPr lang="en-US" dirty="0"/>
          </a:p>
        </p:txBody>
      </p:sp>
      <p:sp>
        <p:nvSpPr>
          <p:cNvPr id="9" name="Slide Number Placeholder 13">
            <a:extLst>
              <a:ext uri="{FF2B5EF4-FFF2-40B4-BE49-F238E27FC236}">
                <a16:creationId xmlns:a16="http://schemas.microsoft.com/office/drawing/2014/main" id="{5AC9A00F-F989-8AFC-7652-904E0B2E41F0}"/>
              </a:ext>
            </a:extLst>
          </p:cNvPr>
          <p:cNvSpPr>
            <a:spLocks noGrp="1"/>
          </p:cNvSpPr>
          <p:nvPr>
            <p:ph type="sldNum" sz="quarter" idx="4"/>
          </p:nvPr>
        </p:nvSpPr>
        <p:spPr>
          <a:xfrm>
            <a:off x="11526043" y="6491859"/>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sp>
        <p:nvSpPr>
          <p:cNvPr id="4" name="Content Placeholder 4">
            <a:extLst>
              <a:ext uri="{FF2B5EF4-FFF2-40B4-BE49-F238E27FC236}">
                <a16:creationId xmlns:a16="http://schemas.microsoft.com/office/drawing/2014/main" id="{DBB20E5E-A5D8-1921-9B3B-F7258AF1BECE}"/>
              </a:ext>
            </a:extLst>
          </p:cNvPr>
          <p:cNvSpPr>
            <a:spLocks noGrp="1"/>
          </p:cNvSpPr>
          <p:nvPr>
            <p:ph sz="quarter" idx="10"/>
          </p:nvPr>
        </p:nvSpPr>
        <p:spPr>
          <a:xfrm>
            <a:off x="368300" y="4518025"/>
            <a:ext cx="4711700" cy="1562100"/>
          </a:xfrm>
        </p:spPr>
        <p:txBody>
          <a:bodyPr/>
          <a:lstStyle>
            <a:lvl1pPr>
              <a:defRPr sz="1800"/>
            </a:lvl1pPr>
            <a:lvl2pPr>
              <a:defRPr sz="1400"/>
            </a:lvl2pPr>
            <a:lvl3pPr>
              <a:buNone/>
              <a:defRPr/>
            </a:lvl3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1181359661"/>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Big Data 2">
    <p:bg>
      <p:bgPr>
        <a:solidFill>
          <a:srgbClr val="FFE8D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01A1D7-A824-48A0-3E0C-4A7C86CA63AB}"/>
              </a:ext>
            </a:extLst>
          </p:cNvPr>
          <p:cNvSpPr>
            <a:spLocks noGrp="1"/>
          </p:cNvSpPr>
          <p:nvPr>
            <p:ph type="title" hasCustomPrompt="1"/>
          </p:nvPr>
        </p:nvSpPr>
        <p:spPr>
          <a:xfrm>
            <a:off x="400050" y="-300748"/>
            <a:ext cx="5643563" cy="249299"/>
          </a:xfrm>
        </p:spPr>
        <p:txBody>
          <a:bodyPr wrap="square">
            <a:spAutoFit/>
          </a:bodyPr>
          <a:lstStyle>
            <a:lvl1pPr>
              <a:defRPr sz="1800" b="0"/>
            </a:lvl1pPr>
          </a:lstStyle>
          <a:p>
            <a:r>
              <a:rPr lang="en-US" dirty="0"/>
              <a:t>Title for accessibility</a:t>
            </a:r>
          </a:p>
        </p:txBody>
      </p:sp>
      <p:sp>
        <p:nvSpPr>
          <p:cNvPr id="8" name="Text Placeholder 2">
            <a:extLst>
              <a:ext uri="{FF2B5EF4-FFF2-40B4-BE49-F238E27FC236}">
                <a16:creationId xmlns:a16="http://schemas.microsoft.com/office/drawing/2014/main" id="{6949215D-624C-7D6A-5688-62477C18FAD8}"/>
              </a:ext>
            </a:extLst>
          </p:cNvPr>
          <p:cNvSpPr>
            <a:spLocks noGrp="1"/>
          </p:cNvSpPr>
          <p:nvPr>
            <p:ph type="body" idx="11" hasCustomPrompt="1"/>
          </p:nvPr>
        </p:nvSpPr>
        <p:spPr>
          <a:xfrm>
            <a:off x="6150275" y="891325"/>
            <a:ext cx="5651199" cy="1846659"/>
          </a:xfrm>
        </p:spPr>
        <p:txBody>
          <a:bodyPr wrap="square">
            <a:spAutoFit/>
          </a:bodyPr>
          <a:lstStyle>
            <a:lvl1pPr marL="0" indent="0" algn="l">
              <a:lnSpc>
                <a:spcPct val="80000"/>
              </a:lnSpc>
              <a:spcBef>
                <a:spcPts val="0"/>
              </a:spcBef>
              <a:spcAft>
                <a:spcPts val="0"/>
              </a:spcAft>
              <a:buNone/>
              <a:defRPr sz="15000" b="0" kern="100" spc="-50" baseline="0">
                <a:solidFill>
                  <a:schemeClr val="accent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0</a:t>
            </a:r>
          </a:p>
        </p:txBody>
      </p:sp>
      <p:sp>
        <p:nvSpPr>
          <p:cNvPr id="3" name="Content Placeholder 2">
            <a:extLst>
              <a:ext uri="{FF2B5EF4-FFF2-40B4-BE49-F238E27FC236}">
                <a16:creationId xmlns:a16="http://schemas.microsoft.com/office/drawing/2014/main" id="{226E3B15-3502-F478-0302-DCABA0B41AD0}"/>
              </a:ext>
            </a:extLst>
          </p:cNvPr>
          <p:cNvSpPr>
            <a:spLocks noGrp="1"/>
          </p:cNvSpPr>
          <p:nvPr>
            <p:ph idx="1"/>
          </p:nvPr>
        </p:nvSpPr>
        <p:spPr>
          <a:xfrm>
            <a:off x="6150276" y="2433637"/>
            <a:ext cx="5660724" cy="3027363"/>
          </a:xfrm>
        </p:spPr>
        <p:txBody>
          <a:bodyPr/>
          <a:lstStyle>
            <a:lvl1pPr>
              <a:lnSpc>
                <a:spcPct val="100000"/>
              </a:lnSpc>
              <a:spcBef>
                <a:spcPts val="900"/>
              </a:spcBef>
              <a:spcAft>
                <a:spcPts val="0"/>
              </a:spcAft>
              <a:defRPr sz="6600" b="0" spc="-50" baseline="0">
                <a:latin typeface="+mj-lt"/>
              </a:defRPr>
            </a:lvl1pPr>
          </a:lstStyle>
          <a:p>
            <a:pPr lvl="0"/>
            <a:r>
              <a:rPr lang="en-US"/>
              <a:t>Click to edit Master text styles</a:t>
            </a:r>
          </a:p>
        </p:txBody>
      </p:sp>
      <p:sp>
        <p:nvSpPr>
          <p:cNvPr id="7" name="Footer Placeholder 4">
            <a:extLst>
              <a:ext uri="{FF2B5EF4-FFF2-40B4-BE49-F238E27FC236}">
                <a16:creationId xmlns:a16="http://schemas.microsoft.com/office/drawing/2014/main" id="{D88750FF-80B0-EEE6-F89F-A76248A4F83E}"/>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endParaRPr lang="en-US" dirty="0"/>
          </a:p>
        </p:txBody>
      </p:sp>
      <p:sp>
        <p:nvSpPr>
          <p:cNvPr id="9" name="Slide Number Placeholder 13">
            <a:extLst>
              <a:ext uri="{FF2B5EF4-FFF2-40B4-BE49-F238E27FC236}">
                <a16:creationId xmlns:a16="http://schemas.microsoft.com/office/drawing/2014/main" id="{5E9F5B4A-B723-2879-D7EE-D016027E28B5}"/>
              </a:ext>
            </a:extLst>
          </p:cNvPr>
          <p:cNvSpPr>
            <a:spLocks noGrp="1"/>
          </p:cNvSpPr>
          <p:nvPr>
            <p:ph type="sldNum" sz="quarter" idx="4"/>
          </p:nvPr>
        </p:nvSpPr>
        <p:spPr>
          <a:xfrm>
            <a:off x="11526043" y="6491859"/>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sp>
        <p:nvSpPr>
          <p:cNvPr id="4" name="Content Placeholder 4">
            <a:extLst>
              <a:ext uri="{FF2B5EF4-FFF2-40B4-BE49-F238E27FC236}">
                <a16:creationId xmlns:a16="http://schemas.microsoft.com/office/drawing/2014/main" id="{BE8A4846-D27E-80FC-9B7E-3CE63CD42E99}"/>
              </a:ext>
            </a:extLst>
          </p:cNvPr>
          <p:cNvSpPr>
            <a:spLocks noGrp="1"/>
          </p:cNvSpPr>
          <p:nvPr>
            <p:ph sz="quarter" idx="10"/>
          </p:nvPr>
        </p:nvSpPr>
        <p:spPr>
          <a:xfrm>
            <a:off x="368300" y="4518025"/>
            <a:ext cx="4711700" cy="1562100"/>
          </a:xfrm>
        </p:spPr>
        <p:txBody>
          <a:bodyPr/>
          <a:lstStyle>
            <a:lvl1pPr>
              <a:defRPr sz="1800"/>
            </a:lvl1pPr>
            <a:lvl2pPr>
              <a:defRPr sz="1400"/>
            </a:lvl2pPr>
            <a:lvl3pPr>
              <a:buNone/>
              <a:defRPr/>
            </a:lvl3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2356524701"/>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Three Images Stacked">
    <p:spTree>
      <p:nvGrpSpPr>
        <p:cNvPr id="1" name=""/>
        <p:cNvGrpSpPr/>
        <p:nvPr/>
      </p:nvGrpSpPr>
      <p:grpSpPr>
        <a:xfrm>
          <a:off x="0" y="0"/>
          <a:ext cx="0" cy="0"/>
          <a:chOff x="0" y="0"/>
          <a:chExt cx="0" cy="0"/>
        </a:xfrm>
      </p:grpSpPr>
      <p:sp>
        <p:nvSpPr>
          <p:cNvPr id="22" name="Content Placeholder 2">
            <a:extLst>
              <a:ext uri="{FF2B5EF4-FFF2-40B4-BE49-F238E27FC236}">
                <a16:creationId xmlns:a16="http://schemas.microsoft.com/office/drawing/2014/main" id="{D806524E-A06F-7FE8-9CD5-2244991C1E3D}"/>
              </a:ext>
            </a:extLst>
          </p:cNvPr>
          <p:cNvSpPr>
            <a:spLocks noGrp="1"/>
          </p:cNvSpPr>
          <p:nvPr>
            <p:ph idx="17"/>
          </p:nvPr>
        </p:nvSpPr>
        <p:spPr>
          <a:xfrm>
            <a:off x="370062" y="3492183"/>
            <a:ext cx="3744738" cy="2479992"/>
          </a:xfrm>
        </p:spPr>
        <p:txBody>
          <a:bodyPr/>
          <a:lstStyle>
            <a:lvl1pPr>
              <a:lnSpc>
                <a:spcPct val="95000"/>
              </a:lnSpc>
              <a:spcBef>
                <a:spcPts val="0"/>
              </a:spcBef>
              <a:spcAft>
                <a:spcPts val="0"/>
              </a:spcAft>
              <a:defRPr sz="2400" b="1">
                <a:latin typeface="+mn-lt"/>
              </a:defRPr>
            </a:lvl1pPr>
            <a:lvl2pPr>
              <a:defRPr sz="1200"/>
            </a:lvl2pPr>
            <a:lvl3pPr>
              <a:defRPr sz="1200"/>
            </a:lvl3pPr>
            <a:lvl4pPr>
              <a:defRPr sz="1200"/>
            </a:lvl4pPr>
            <a:lvl5pPr>
              <a:defRPr sz="1200"/>
            </a:lvl5pPr>
          </a:lstStyle>
          <a:p>
            <a:pPr lvl="0"/>
            <a:r>
              <a:rPr lang="en-US"/>
              <a:t>Click to edit Master text styles</a:t>
            </a:r>
          </a:p>
        </p:txBody>
      </p:sp>
      <p:sp>
        <p:nvSpPr>
          <p:cNvPr id="13" name="Picture Placeholder 14">
            <a:extLst>
              <a:ext uri="{FF2B5EF4-FFF2-40B4-BE49-F238E27FC236}">
                <a16:creationId xmlns:a16="http://schemas.microsoft.com/office/drawing/2014/main" id="{099A4469-274E-EB1F-F85D-D95E959AA143}"/>
              </a:ext>
            </a:extLst>
          </p:cNvPr>
          <p:cNvSpPr>
            <a:spLocks noGrp="1"/>
          </p:cNvSpPr>
          <p:nvPr>
            <p:ph type="pic" sz="quarter" idx="12"/>
          </p:nvPr>
        </p:nvSpPr>
        <p:spPr>
          <a:xfrm>
            <a:off x="5199978" y="1408803"/>
            <a:ext cx="1804072" cy="1445521"/>
          </a:xfrm>
          <a:solidFill>
            <a:schemeClr val="bg2"/>
          </a:solidFill>
        </p:spPr>
        <p:txBody>
          <a:bodyPr tIns="457200"/>
          <a:lstStyle>
            <a:lvl1pPr algn="ctr">
              <a:defRPr/>
            </a:lvl1pPr>
          </a:lstStyle>
          <a:p>
            <a:r>
              <a:rPr lang="en-US"/>
              <a:t>Click icon to add picture</a:t>
            </a:r>
            <a:endParaRPr lang="en-US" dirty="0"/>
          </a:p>
        </p:txBody>
      </p:sp>
      <p:sp>
        <p:nvSpPr>
          <p:cNvPr id="20" name="Picture Placeholder 14">
            <a:extLst>
              <a:ext uri="{FF2B5EF4-FFF2-40B4-BE49-F238E27FC236}">
                <a16:creationId xmlns:a16="http://schemas.microsoft.com/office/drawing/2014/main" id="{750FAC0A-93E6-9A08-7990-0346002AB7C9}"/>
              </a:ext>
            </a:extLst>
          </p:cNvPr>
          <p:cNvSpPr>
            <a:spLocks noGrp="1"/>
          </p:cNvSpPr>
          <p:nvPr>
            <p:ph type="pic" sz="quarter" idx="15"/>
          </p:nvPr>
        </p:nvSpPr>
        <p:spPr>
          <a:xfrm>
            <a:off x="5199978" y="2965506"/>
            <a:ext cx="1804072" cy="1432559"/>
          </a:xfrm>
          <a:solidFill>
            <a:schemeClr val="bg2"/>
          </a:solidFill>
        </p:spPr>
        <p:txBody>
          <a:bodyPr tIns="457200"/>
          <a:lstStyle>
            <a:lvl1pPr algn="ctr">
              <a:defRPr/>
            </a:lvl1pPr>
          </a:lstStyle>
          <a:p>
            <a:r>
              <a:rPr lang="en-US"/>
              <a:t>Click icon to add picture</a:t>
            </a:r>
            <a:endParaRPr lang="en-US" dirty="0"/>
          </a:p>
        </p:txBody>
      </p:sp>
      <p:sp>
        <p:nvSpPr>
          <p:cNvPr id="21" name="Picture Placeholder 14">
            <a:extLst>
              <a:ext uri="{FF2B5EF4-FFF2-40B4-BE49-F238E27FC236}">
                <a16:creationId xmlns:a16="http://schemas.microsoft.com/office/drawing/2014/main" id="{C66DD72C-97BB-14F2-361C-2441F75A4327}"/>
              </a:ext>
            </a:extLst>
          </p:cNvPr>
          <p:cNvSpPr>
            <a:spLocks noGrp="1"/>
          </p:cNvSpPr>
          <p:nvPr>
            <p:ph type="pic" sz="quarter" idx="16"/>
          </p:nvPr>
        </p:nvSpPr>
        <p:spPr>
          <a:xfrm>
            <a:off x="5199978" y="4521518"/>
            <a:ext cx="1804072" cy="1432560"/>
          </a:xfrm>
          <a:solidFill>
            <a:schemeClr val="bg2"/>
          </a:solidFill>
        </p:spPr>
        <p:txBody>
          <a:bodyPr tIns="457200"/>
          <a:lstStyle>
            <a:lvl1pPr algn="ctr">
              <a:defRPr/>
            </a:lvl1pPr>
          </a:lstStyle>
          <a:p>
            <a:r>
              <a:rPr lang="en-US"/>
              <a:t>Click icon to add picture</a:t>
            </a:r>
            <a:endParaRPr lang="en-US" dirty="0"/>
          </a:p>
        </p:txBody>
      </p:sp>
      <p:sp>
        <p:nvSpPr>
          <p:cNvPr id="7" name="Footer Placeholder 4">
            <a:extLst>
              <a:ext uri="{FF2B5EF4-FFF2-40B4-BE49-F238E27FC236}">
                <a16:creationId xmlns:a16="http://schemas.microsoft.com/office/drawing/2014/main" id="{0A56C71D-1695-AE64-7C05-4DD0750A3DDA}"/>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endParaRPr lang="en-US" dirty="0"/>
          </a:p>
        </p:txBody>
      </p:sp>
      <p:sp>
        <p:nvSpPr>
          <p:cNvPr id="8" name="Slide Number Placeholder 13">
            <a:extLst>
              <a:ext uri="{FF2B5EF4-FFF2-40B4-BE49-F238E27FC236}">
                <a16:creationId xmlns:a16="http://schemas.microsoft.com/office/drawing/2014/main" id="{3EB5F658-B8CE-7FB5-990E-79F690D1E17E}"/>
              </a:ext>
            </a:extLst>
          </p:cNvPr>
          <p:cNvSpPr>
            <a:spLocks noGrp="1"/>
          </p:cNvSpPr>
          <p:nvPr>
            <p:ph type="sldNum" sz="quarter" idx="4"/>
          </p:nvPr>
        </p:nvSpPr>
        <p:spPr>
          <a:xfrm>
            <a:off x="11526043" y="6491859"/>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sp>
        <p:nvSpPr>
          <p:cNvPr id="3" name="Content Placeholder 2">
            <a:extLst>
              <a:ext uri="{FF2B5EF4-FFF2-40B4-BE49-F238E27FC236}">
                <a16:creationId xmlns:a16="http://schemas.microsoft.com/office/drawing/2014/main" id="{77299292-477B-B167-FA09-34ABA37250D4}"/>
              </a:ext>
            </a:extLst>
          </p:cNvPr>
          <p:cNvSpPr>
            <a:spLocks noGrp="1"/>
          </p:cNvSpPr>
          <p:nvPr>
            <p:ph sz="quarter" idx="18"/>
          </p:nvPr>
        </p:nvSpPr>
        <p:spPr>
          <a:xfrm>
            <a:off x="7112000" y="1406525"/>
            <a:ext cx="4711700" cy="1447800"/>
          </a:xfrm>
        </p:spPr>
        <p:txBody>
          <a:body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Content Placeholder 2">
            <a:extLst>
              <a:ext uri="{FF2B5EF4-FFF2-40B4-BE49-F238E27FC236}">
                <a16:creationId xmlns:a16="http://schemas.microsoft.com/office/drawing/2014/main" id="{33096CD5-F472-2FF7-8821-A2FC9AB7EECF}"/>
              </a:ext>
            </a:extLst>
          </p:cNvPr>
          <p:cNvSpPr>
            <a:spLocks noGrp="1"/>
          </p:cNvSpPr>
          <p:nvPr>
            <p:ph sz="quarter" idx="19"/>
          </p:nvPr>
        </p:nvSpPr>
        <p:spPr>
          <a:xfrm>
            <a:off x="7112000" y="2966384"/>
            <a:ext cx="4711700" cy="1447800"/>
          </a:xfrm>
        </p:spPr>
        <p:txBody>
          <a:body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Content Placeholder 2">
            <a:extLst>
              <a:ext uri="{FF2B5EF4-FFF2-40B4-BE49-F238E27FC236}">
                <a16:creationId xmlns:a16="http://schemas.microsoft.com/office/drawing/2014/main" id="{6D1E7B3D-67E9-63CB-5191-3A7FBCE6F83F}"/>
              </a:ext>
            </a:extLst>
          </p:cNvPr>
          <p:cNvSpPr>
            <a:spLocks noGrp="1"/>
          </p:cNvSpPr>
          <p:nvPr>
            <p:ph sz="quarter" idx="20"/>
          </p:nvPr>
        </p:nvSpPr>
        <p:spPr>
          <a:xfrm>
            <a:off x="7112000" y="4520863"/>
            <a:ext cx="4711700" cy="1447800"/>
          </a:xfrm>
        </p:spPr>
        <p:txBody>
          <a:body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itle 8">
            <a:extLst>
              <a:ext uri="{FF2B5EF4-FFF2-40B4-BE49-F238E27FC236}">
                <a16:creationId xmlns:a16="http://schemas.microsoft.com/office/drawing/2014/main" id="{1EABDFC4-9BD0-55BC-2846-2FA45EAB5354}"/>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1346653484"/>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Text and Large Stat">
    <p:spTree>
      <p:nvGrpSpPr>
        <p:cNvPr id="1" name=""/>
        <p:cNvGrpSpPr/>
        <p:nvPr/>
      </p:nvGrpSpPr>
      <p:grpSpPr>
        <a:xfrm>
          <a:off x="0" y="0"/>
          <a:ext cx="0" cy="0"/>
          <a:chOff x="0" y="0"/>
          <a:chExt cx="0" cy="0"/>
        </a:xfrm>
      </p:grpSpPr>
      <p:sp>
        <p:nvSpPr>
          <p:cNvPr id="5" name="Title Placeholder 1">
            <a:extLst>
              <a:ext uri="{FF2B5EF4-FFF2-40B4-BE49-F238E27FC236}">
                <a16:creationId xmlns:a16="http://schemas.microsoft.com/office/drawing/2014/main" id="{F0A5006C-1C3A-4674-032E-590F9BDB859A}"/>
              </a:ext>
            </a:extLst>
          </p:cNvPr>
          <p:cNvSpPr>
            <a:spLocks noGrp="1"/>
          </p:cNvSpPr>
          <p:nvPr>
            <p:ph type="title"/>
          </p:nvPr>
        </p:nvSpPr>
        <p:spPr>
          <a:xfrm>
            <a:off x="370062" y="3444092"/>
            <a:ext cx="4688683" cy="2449025"/>
          </a:xfrm>
          <a:prstGeom prst="rect">
            <a:avLst/>
          </a:prstGeom>
        </p:spPr>
        <p:txBody>
          <a:bodyPr vert="horz" lIns="0" tIns="0" rIns="0" bIns="0" rtlCol="0" anchor="t" anchorCtr="0">
            <a:noAutofit/>
          </a:bodyPr>
          <a:lstStyle>
            <a:lvl1pPr>
              <a:defRPr sz="4000"/>
            </a:lvl1pPr>
          </a:lstStyle>
          <a:p>
            <a:r>
              <a:rPr lang="en-US"/>
              <a:t>Click to edit Master title style</a:t>
            </a:r>
            <a:endParaRPr lang="en-US" dirty="0"/>
          </a:p>
        </p:txBody>
      </p:sp>
      <p:sp>
        <p:nvSpPr>
          <p:cNvPr id="10" name="Content Placeholder 2">
            <a:extLst>
              <a:ext uri="{FF2B5EF4-FFF2-40B4-BE49-F238E27FC236}">
                <a16:creationId xmlns:a16="http://schemas.microsoft.com/office/drawing/2014/main" id="{1E8B33F3-7C1D-479F-3B92-0DE073C2E4F5}"/>
              </a:ext>
            </a:extLst>
          </p:cNvPr>
          <p:cNvSpPr>
            <a:spLocks noGrp="1"/>
          </p:cNvSpPr>
          <p:nvPr>
            <p:ph idx="1" hasCustomPrompt="1"/>
          </p:nvPr>
        </p:nvSpPr>
        <p:spPr>
          <a:xfrm>
            <a:off x="6165533" y="880660"/>
            <a:ext cx="5636494" cy="2045420"/>
          </a:xfrm>
        </p:spPr>
        <p:txBody>
          <a:bodyPr/>
          <a:lstStyle>
            <a:lvl1pPr>
              <a:lnSpc>
                <a:spcPct val="80000"/>
              </a:lnSpc>
              <a:spcBef>
                <a:spcPts val="0"/>
              </a:spcBef>
              <a:spcAft>
                <a:spcPts val="0"/>
              </a:spcAft>
              <a:defRPr sz="20000" b="0" spc="-390" baseline="0">
                <a:solidFill>
                  <a:schemeClr val="accent1"/>
                </a:solidFill>
              </a:defRPr>
            </a:lvl1pPr>
          </a:lstStyle>
          <a:p>
            <a:pPr lvl="0"/>
            <a:r>
              <a:rPr lang="en-US" dirty="0"/>
              <a:t>00</a:t>
            </a:r>
          </a:p>
        </p:txBody>
      </p:sp>
      <p:sp>
        <p:nvSpPr>
          <p:cNvPr id="4" name="Footer Placeholder 4">
            <a:extLst>
              <a:ext uri="{FF2B5EF4-FFF2-40B4-BE49-F238E27FC236}">
                <a16:creationId xmlns:a16="http://schemas.microsoft.com/office/drawing/2014/main" id="{505126B4-5061-ACE1-29DB-F4E4B9305070}"/>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endParaRPr lang="en-US" dirty="0"/>
          </a:p>
        </p:txBody>
      </p:sp>
      <p:sp>
        <p:nvSpPr>
          <p:cNvPr id="6" name="Slide Number Placeholder 13">
            <a:extLst>
              <a:ext uri="{FF2B5EF4-FFF2-40B4-BE49-F238E27FC236}">
                <a16:creationId xmlns:a16="http://schemas.microsoft.com/office/drawing/2014/main" id="{A318CA9E-32E8-938F-0187-CE5990310D19}"/>
              </a:ext>
            </a:extLst>
          </p:cNvPr>
          <p:cNvSpPr>
            <a:spLocks noGrp="1"/>
          </p:cNvSpPr>
          <p:nvPr>
            <p:ph type="sldNum" sz="quarter" idx="4"/>
          </p:nvPr>
        </p:nvSpPr>
        <p:spPr>
          <a:xfrm>
            <a:off x="11526043" y="6491859"/>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sp>
        <p:nvSpPr>
          <p:cNvPr id="3" name="Content Placeholder 2">
            <a:extLst>
              <a:ext uri="{FF2B5EF4-FFF2-40B4-BE49-F238E27FC236}">
                <a16:creationId xmlns:a16="http://schemas.microsoft.com/office/drawing/2014/main" id="{56F6B0ED-8AF6-B2AA-E6DF-421FC9028A75}"/>
              </a:ext>
            </a:extLst>
          </p:cNvPr>
          <p:cNvSpPr>
            <a:spLocks noGrp="1"/>
          </p:cNvSpPr>
          <p:nvPr>
            <p:ph sz="quarter" idx="10"/>
          </p:nvPr>
        </p:nvSpPr>
        <p:spPr>
          <a:xfrm>
            <a:off x="6149975" y="3482975"/>
            <a:ext cx="5673725" cy="2489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4256774154"/>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Text and Sidebar">
    <p:spTree>
      <p:nvGrpSpPr>
        <p:cNvPr id="1" name=""/>
        <p:cNvGrpSpPr/>
        <p:nvPr/>
      </p:nvGrpSpPr>
      <p:grpSpPr>
        <a:xfrm>
          <a:off x="0" y="0"/>
          <a:ext cx="0" cy="0"/>
          <a:chOff x="0" y="0"/>
          <a:chExt cx="0" cy="0"/>
        </a:xfrm>
      </p:grpSpPr>
      <p:sp>
        <p:nvSpPr>
          <p:cNvPr id="5" name="Title Placeholder 1">
            <a:extLst>
              <a:ext uri="{FF2B5EF4-FFF2-40B4-BE49-F238E27FC236}">
                <a16:creationId xmlns:a16="http://schemas.microsoft.com/office/drawing/2014/main" id="{F0A5006C-1C3A-4674-032E-590F9BDB859A}"/>
              </a:ext>
            </a:extLst>
          </p:cNvPr>
          <p:cNvSpPr>
            <a:spLocks noGrp="1"/>
          </p:cNvSpPr>
          <p:nvPr>
            <p:ph type="title"/>
          </p:nvPr>
        </p:nvSpPr>
        <p:spPr>
          <a:xfrm>
            <a:off x="370062" y="3492183"/>
            <a:ext cx="5645946" cy="2446655"/>
          </a:xfrm>
          <a:prstGeom prst="rect">
            <a:avLst/>
          </a:prstGeom>
        </p:spPr>
        <p:txBody>
          <a:bodyPr vert="horz" lIns="0" tIns="0" rIns="0" bIns="0" rtlCol="0" anchor="t" anchorCtr="0">
            <a:noAutofit/>
          </a:bodyPr>
          <a:lstStyle>
            <a:lvl1pPr>
              <a:defRPr sz="4000"/>
            </a:lvl1pPr>
          </a:lstStyle>
          <a:p>
            <a:r>
              <a:rPr lang="en-US"/>
              <a:t>Click to edit Master title style</a:t>
            </a:r>
            <a:endParaRPr lang="en-US" dirty="0"/>
          </a:p>
        </p:txBody>
      </p:sp>
      <p:sp>
        <p:nvSpPr>
          <p:cNvPr id="7" name="Text Placeholder 6">
            <a:extLst>
              <a:ext uri="{FF2B5EF4-FFF2-40B4-BE49-F238E27FC236}">
                <a16:creationId xmlns:a16="http://schemas.microsoft.com/office/drawing/2014/main" id="{F61931EA-4F62-CD08-4165-33E086404500}"/>
              </a:ext>
            </a:extLst>
          </p:cNvPr>
          <p:cNvSpPr>
            <a:spLocks noGrp="1"/>
          </p:cNvSpPr>
          <p:nvPr>
            <p:ph type="body" sz="quarter" idx="11" hasCustomPrompt="1"/>
          </p:nvPr>
        </p:nvSpPr>
        <p:spPr>
          <a:xfrm>
            <a:off x="7112001" y="368300"/>
            <a:ext cx="4711700" cy="3003550"/>
          </a:xfrm>
          <a:solidFill>
            <a:schemeClr val="accent1"/>
          </a:solidFill>
        </p:spPr>
        <p:txBody>
          <a:bodyPr lIns="274320" tIns="274320"/>
          <a:lstStyle>
            <a:lvl1pPr>
              <a:spcAft>
                <a:spcPts val="6000"/>
              </a:spcAft>
              <a:defRPr sz="8600" b="0">
                <a:solidFill>
                  <a:schemeClr val="bg1"/>
                </a:solidFill>
              </a:defRPr>
            </a:lvl1pPr>
            <a:lvl2pPr>
              <a:spcBef>
                <a:spcPts val="0"/>
              </a:spcBef>
              <a:defRPr b="1">
                <a:latin typeface="+mn-lt"/>
              </a:defRPr>
            </a:lvl2pPr>
          </a:lstStyle>
          <a:p>
            <a:pPr lvl="0"/>
            <a:r>
              <a:rPr lang="en-US" dirty="0"/>
              <a:t>0,000</a:t>
            </a:r>
          </a:p>
          <a:p>
            <a:pPr lvl="1"/>
            <a:r>
              <a:rPr lang="en-US" dirty="0"/>
              <a:t>Second level</a:t>
            </a:r>
          </a:p>
        </p:txBody>
      </p:sp>
      <p:sp>
        <p:nvSpPr>
          <p:cNvPr id="4" name="Footer Placeholder 4">
            <a:extLst>
              <a:ext uri="{FF2B5EF4-FFF2-40B4-BE49-F238E27FC236}">
                <a16:creationId xmlns:a16="http://schemas.microsoft.com/office/drawing/2014/main" id="{E2A3DA15-4C69-255A-358A-480458D2DFE9}"/>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endParaRPr lang="en-US" dirty="0"/>
          </a:p>
        </p:txBody>
      </p:sp>
      <p:sp>
        <p:nvSpPr>
          <p:cNvPr id="6" name="Slide Number Placeholder 13">
            <a:extLst>
              <a:ext uri="{FF2B5EF4-FFF2-40B4-BE49-F238E27FC236}">
                <a16:creationId xmlns:a16="http://schemas.microsoft.com/office/drawing/2014/main" id="{B39A73BF-92D5-1C5F-A374-82FF2405936F}"/>
              </a:ext>
            </a:extLst>
          </p:cNvPr>
          <p:cNvSpPr>
            <a:spLocks noGrp="1"/>
          </p:cNvSpPr>
          <p:nvPr>
            <p:ph type="sldNum" sz="quarter" idx="4"/>
          </p:nvPr>
        </p:nvSpPr>
        <p:spPr>
          <a:xfrm>
            <a:off x="11526043" y="6491859"/>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sp>
        <p:nvSpPr>
          <p:cNvPr id="3" name="Content Placeholder 2">
            <a:extLst>
              <a:ext uri="{FF2B5EF4-FFF2-40B4-BE49-F238E27FC236}">
                <a16:creationId xmlns:a16="http://schemas.microsoft.com/office/drawing/2014/main" id="{F83831A1-36E4-05EF-6AB7-93A548B9DE9C}"/>
              </a:ext>
            </a:extLst>
          </p:cNvPr>
          <p:cNvSpPr>
            <a:spLocks noGrp="1"/>
          </p:cNvSpPr>
          <p:nvPr>
            <p:ph sz="quarter" idx="12"/>
          </p:nvPr>
        </p:nvSpPr>
        <p:spPr>
          <a:xfrm>
            <a:off x="9039225" y="3492500"/>
            <a:ext cx="2784475" cy="24796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2095395489"/>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Four Stat Boxes">
    <p:spTree>
      <p:nvGrpSpPr>
        <p:cNvPr id="1" name=""/>
        <p:cNvGrpSpPr/>
        <p:nvPr/>
      </p:nvGrpSpPr>
      <p:grpSpPr>
        <a:xfrm>
          <a:off x="0" y="0"/>
          <a:ext cx="0" cy="0"/>
          <a:chOff x="0" y="0"/>
          <a:chExt cx="0" cy="0"/>
        </a:xfrm>
      </p:grpSpPr>
      <p:sp>
        <p:nvSpPr>
          <p:cNvPr id="5" name="Title Placeholder 1">
            <a:extLst>
              <a:ext uri="{FF2B5EF4-FFF2-40B4-BE49-F238E27FC236}">
                <a16:creationId xmlns:a16="http://schemas.microsoft.com/office/drawing/2014/main" id="{F0A5006C-1C3A-4674-032E-590F9BDB859A}"/>
              </a:ext>
            </a:extLst>
          </p:cNvPr>
          <p:cNvSpPr>
            <a:spLocks noGrp="1"/>
          </p:cNvSpPr>
          <p:nvPr>
            <p:ph type="title"/>
          </p:nvPr>
        </p:nvSpPr>
        <p:spPr>
          <a:xfrm>
            <a:off x="370062" y="3492183"/>
            <a:ext cx="5241133" cy="2446655"/>
          </a:xfrm>
          <a:prstGeom prst="rect">
            <a:avLst/>
          </a:prstGeom>
        </p:spPr>
        <p:txBody>
          <a:bodyPr vert="horz" lIns="0" tIns="0" rIns="0" bIns="0" rtlCol="0" anchor="t" anchorCtr="0">
            <a:noAutofit/>
          </a:bodyPr>
          <a:lstStyle>
            <a:lvl1pPr>
              <a:defRPr sz="4000"/>
            </a:lvl1pPr>
          </a:lstStyle>
          <a:p>
            <a:r>
              <a:rPr lang="en-US"/>
              <a:t>Click to edit Master title style</a:t>
            </a:r>
            <a:endParaRPr lang="en-US" dirty="0"/>
          </a:p>
        </p:txBody>
      </p:sp>
      <p:sp>
        <p:nvSpPr>
          <p:cNvPr id="7" name="Text Placeholder 6">
            <a:extLst>
              <a:ext uri="{FF2B5EF4-FFF2-40B4-BE49-F238E27FC236}">
                <a16:creationId xmlns:a16="http://schemas.microsoft.com/office/drawing/2014/main" id="{F61931EA-4F62-CD08-4165-33E086404500}"/>
              </a:ext>
            </a:extLst>
          </p:cNvPr>
          <p:cNvSpPr>
            <a:spLocks noGrp="1"/>
          </p:cNvSpPr>
          <p:nvPr>
            <p:ph type="body" sz="quarter" idx="11" hasCustomPrompt="1"/>
          </p:nvPr>
        </p:nvSpPr>
        <p:spPr>
          <a:xfrm>
            <a:off x="6157914" y="373155"/>
            <a:ext cx="2765424" cy="2777490"/>
          </a:xfrm>
          <a:solidFill>
            <a:srgbClr val="B5BCC4"/>
          </a:solidFill>
        </p:spPr>
        <p:txBody>
          <a:bodyPr lIns="274320" tIns="91440"/>
          <a:lstStyle>
            <a:lvl1pPr>
              <a:spcAft>
                <a:spcPts val="1200"/>
              </a:spcAft>
              <a:tabLst>
                <a:tab pos="457200" algn="l"/>
              </a:tabLst>
              <a:defRPr sz="5400" b="0" baseline="0">
                <a:solidFill>
                  <a:schemeClr val="tx1"/>
                </a:solidFill>
              </a:defRPr>
            </a:lvl1pPr>
            <a:lvl2pPr>
              <a:spcBef>
                <a:spcPts val="0"/>
              </a:spcBef>
              <a:defRPr sz="1000" b="1"/>
            </a:lvl2pPr>
          </a:lstStyle>
          <a:p>
            <a:pPr lvl="0"/>
            <a:r>
              <a:rPr lang="en-US" dirty="0"/>
              <a:t>0,000</a:t>
            </a:r>
          </a:p>
        </p:txBody>
      </p:sp>
      <p:sp>
        <p:nvSpPr>
          <p:cNvPr id="10" name="Text Placeholder 9">
            <a:extLst>
              <a:ext uri="{FF2B5EF4-FFF2-40B4-BE49-F238E27FC236}">
                <a16:creationId xmlns:a16="http://schemas.microsoft.com/office/drawing/2014/main" id="{BCA5BD2F-F935-E22A-B6DD-EB0D8C3A4750}"/>
              </a:ext>
            </a:extLst>
          </p:cNvPr>
          <p:cNvSpPr>
            <a:spLocks noGrp="1"/>
          </p:cNvSpPr>
          <p:nvPr>
            <p:ph type="body" sz="quarter" idx="12"/>
          </p:nvPr>
        </p:nvSpPr>
        <p:spPr>
          <a:xfrm>
            <a:off x="6320155" y="2446692"/>
            <a:ext cx="2481263" cy="552451"/>
          </a:xfrm>
        </p:spPr>
        <p:txBody>
          <a:bodyPr anchor="b" anchorCtr="0"/>
          <a:lstStyle>
            <a:lvl1pPr>
              <a:spcBef>
                <a:spcPts val="0"/>
              </a:spcBef>
              <a:spcAft>
                <a:spcPts val="600"/>
              </a:spcAft>
              <a:defRPr sz="1000" b="0">
                <a:latin typeface="+mn-lt"/>
              </a:defRPr>
            </a:lvl1pPr>
          </a:lstStyle>
          <a:p>
            <a:pPr lvl="0"/>
            <a:r>
              <a:rPr lang="en-US"/>
              <a:t>Click to edit Master text styles</a:t>
            </a:r>
          </a:p>
        </p:txBody>
      </p:sp>
      <p:sp>
        <p:nvSpPr>
          <p:cNvPr id="16" name="Text Placeholder 6">
            <a:extLst>
              <a:ext uri="{FF2B5EF4-FFF2-40B4-BE49-F238E27FC236}">
                <a16:creationId xmlns:a16="http://schemas.microsoft.com/office/drawing/2014/main" id="{8C582E75-9A43-D86C-AB0D-17BB800A571C}"/>
              </a:ext>
            </a:extLst>
          </p:cNvPr>
          <p:cNvSpPr>
            <a:spLocks noGrp="1"/>
          </p:cNvSpPr>
          <p:nvPr>
            <p:ph type="body" sz="quarter" idx="13" hasCustomPrompt="1"/>
          </p:nvPr>
        </p:nvSpPr>
        <p:spPr>
          <a:xfrm>
            <a:off x="9052188" y="373155"/>
            <a:ext cx="2765424" cy="2777490"/>
          </a:xfrm>
          <a:solidFill>
            <a:schemeClr val="accent1"/>
          </a:solidFill>
        </p:spPr>
        <p:txBody>
          <a:bodyPr lIns="274320" tIns="91440"/>
          <a:lstStyle>
            <a:lvl1pPr>
              <a:spcAft>
                <a:spcPts val="1200"/>
              </a:spcAft>
              <a:tabLst>
                <a:tab pos="457200" algn="l"/>
              </a:tabLst>
              <a:defRPr sz="5400" b="0" baseline="0">
                <a:solidFill>
                  <a:schemeClr val="bg1"/>
                </a:solidFill>
              </a:defRPr>
            </a:lvl1pPr>
            <a:lvl2pPr>
              <a:spcBef>
                <a:spcPts val="0"/>
              </a:spcBef>
              <a:defRPr sz="1000" b="1"/>
            </a:lvl2pPr>
          </a:lstStyle>
          <a:p>
            <a:pPr lvl="0"/>
            <a:r>
              <a:rPr lang="en-US" dirty="0"/>
              <a:t>0,000</a:t>
            </a:r>
          </a:p>
        </p:txBody>
      </p:sp>
      <p:sp>
        <p:nvSpPr>
          <p:cNvPr id="18" name="Text Placeholder 9">
            <a:extLst>
              <a:ext uri="{FF2B5EF4-FFF2-40B4-BE49-F238E27FC236}">
                <a16:creationId xmlns:a16="http://schemas.microsoft.com/office/drawing/2014/main" id="{2F01FD17-7652-99C0-4EF4-C1ABF553BDA4}"/>
              </a:ext>
            </a:extLst>
          </p:cNvPr>
          <p:cNvSpPr>
            <a:spLocks noGrp="1"/>
          </p:cNvSpPr>
          <p:nvPr>
            <p:ph type="body" sz="quarter" idx="14"/>
          </p:nvPr>
        </p:nvSpPr>
        <p:spPr>
          <a:xfrm>
            <a:off x="9198292" y="2446692"/>
            <a:ext cx="2481263" cy="552451"/>
          </a:xfrm>
        </p:spPr>
        <p:txBody>
          <a:bodyPr anchor="b" anchorCtr="0"/>
          <a:lstStyle>
            <a:lvl1pPr>
              <a:spcBef>
                <a:spcPts val="0"/>
              </a:spcBef>
              <a:spcAft>
                <a:spcPts val="600"/>
              </a:spcAft>
              <a:defRPr sz="1000" b="0">
                <a:latin typeface="+mn-lt"/>
              </a:defRPr>
            </a:lvl1pPr>
          </a:lstStyle>
          <a:p>
            <a:pPr lvl="0"/>
            <a:r>
              <a:rPr lang="en-US"/>
              <a:t>Click to edit Master text styles</a:t>
            </a:r>
          </a:p>
        </p:txBody>
      </p:sp>
      <p:sp>
        <p:nvSpPr>
          <p:cNvPr id="19" name="Text Placeholder 6">
            <a:extLst>
              <a:ext uri="{FF2B5EF4-FFF2-40B4-BE49-F238E27FC236}">
                <a16:creationId xmlns:a16="http://schemas.microsoft.com/office/drawing/2014/main" id="{DED57F60-7B48-DB96-E422-6BF4821C028A}"/>
              </a:ext>
            </a:extLst>
          </p:cNvPr>
          <p:cNvSpPr>
            <a:spLocks noGrp="1"/>
          </p:cNvSpPr>
          <p:nvPr>
            <p:ph type="body" sz="quarter" idx="15" hasCustomPrompt="1"/>
          </p:nvPr>
        </p:nvSpPr>
        <p:spPr>
          <a:xfrm>
            <a:off x="6157914" y="3308287"/>
            <a:ext cx="2765424" cy="2777490"/>
          </a:xfrm>
          <a:solidFill>
            <a:srgbClr val="FFE8D4"/>
          </a:solidFill>
        </p:spPr>
        <p:txBody>
          <a:bodyPr lIns="274320" tIns="91440"/>
          <a:lstStyle>
            <a:lvl1pPr>
              <a:spcAft>
                <a:spcPts val="1200"/>
              </a:spcAft>
              <a:tabLst>
                <a:tab pos="457200" algn="l"/>
              </a:tabLst>
              <a:defRPr sz="5400" b="0" baseline="0">
                <a:solidFill>
                  <a:schemeClr val="tx1"/>
                </a:solidFill>
              </a:defRPr>
            </a:lvl1pPr>
            <a:lvl2pPr>
              <a:spcBef>
                <a:spcPts val="0"/>
              </a:spcBef>
              <a:defRPr sz="1000" b="1"/>
            </a:lvl2pPr>
          </a:lstStyle>
          <a:p>
            <a:pPr lvl="0"/>
            <a:r>
              <a:rPr lang="en-US" dirty="0"/>
              <a:t>0,000</a:t>
            </a:r>
          </a:p>
        </p:txBody>
      </p:sp>
      <p:sp>
        <p:nvSpPr>
          <p:cNvPr id="21" name="Text Placeholder 9">
            <a:extLst>
              <a:ext uri="{FF2B5EF4-FFF2-40B4-BE49-F238E27FC236}">
                <a16:creationId xmlns:a16="http://schemas.microsoft.com/office/drawing/2014/main" id="{3EC6947C-841E-3FA9-114B-E3D478A0F9F5}"/>
              </a:ext>
            </a:extLst>
          </p:cNvPr>
          <p:cNvSpPr>
            <a:spLocks noGrp="1"/>
          </p:cNvSpPr>
          <p:nvPr>
            <p:ph type="body" sz="quarter" idx="16"/>
          </p:nvPr>
        </p:nvSpPr>
        <p:spPr>
          <a:xfrm>
            <a:off x="6320155" y="5365687"/>
            <a:ext cx="2481263" cy="552451"/>
          </a:xfrm>
        </p:spPr>
        <p:txBody>
          <a:bodyPr anchor="b" anchorCtr="0"/>
          <a:lstStyle>
            <a:lvl1pPr>
              <a:spcBef>
                <a:spcPts val="0"/>
              </a:spcBef>
              <a:spcAft>
                <a:spcPts val="600"/>
              </a:spcAft>
              <a:defRPr sz="1000" b="0">
                <a:latin typeface="+mn-lt"/>
              </a:defRPr>
            </a:lvl1pPr>
          </a:lstStyle>
          <a:p>
            <a:pPr lvl="0"/>
            <a:r>
              <a:rPr lang="en-US"/>
              <a:t>Click to edit Master text styles</a:t>
            </a:r>
          </a:p>
        </p:txBody>
      </p:sp>
      <p:sp>
        <p:nvSpPr>
          <p:cNvPr id="22" name="Text Placeholder 6">
            <a:extLst>
              <a:ext uri="{FF2B5EF4-FFF2-40B4-BE49-F238E27FC236}">
                <a16:creationId xmlns:a16="http://schemas.microsoft.com/office/drawing/2014/main" id="{4E2EFFE0-4881-5E4A-962D-11FF92C9F877}"/>
              </a:ext>
            </a:extLst>
          </p:cNvPr>
          <p:cNvSpPr>
            <a:spLocks noGrp="1"/>
          </p:cNvSpPr>
          <p:nvPr>
            <p:ph type="body" sz="quarter" idx="17" hasCustomPrompt="1"/>
          </p:nvPr>
        </p:nvSpPr>
        <p:spPr>
          <a:xfrm>
            <a:off x="9052188" y="3308287"/>
            <a:ext cx="2765424" cy="2777490"/>
          </a:xfrm>
          <a:solidFill>
            <a:srgbClr val="DFE3E6"/>
          </a:solidFill>
        </p:spPr>
        <p:txBody>
          <a:bodyPr lIns="274320" tIns="91440"/>
          <a:lstStyle>
            <a:lvl1pPr>
              <a:spcAft>
                <a:spcPts val="1200"/>
              </a:spcAft>
              <a:tabLst>
                <a:tab pos="457200" algn="l"/>
              </a:tabLst>
              <a:defRPr sz="5400" b="0" baseline="0">
                <a:solidFill>
                  <a:schemeClr val="tx1"/>
                </a:solidFill>
              </a:defRPr>
            </a:lvl1pPr>
            <a:lvl2pPr>
              <a:spcBef>
                <a:spcPts val="0"/>
              </a:spcBef>
              <a:defRPr sz="1000" b="1"/>
            </a:lvl2pPr>
          </a:lstStyle>
          <a:p>
            <a:pPr lvl="0"/>
            <a:r>
              <a:rPr lang="en-US" dirty="0"/>
              <a:t>0,000</a:t>
            </a:r>
          </a:p>
        </p:txBody>
      </p:sp>
      <p:sp>
        <p:nvSpPr>
          <p:cNvPr id="24" name="Text Placeholder 9">
            <a:extLst>
              <a:ext uri="{FF2B5EF4-FFF2-40B4-BE49-F238E27FC236}">
                <a16:creationId xmlns:a16="http://schemas.microsoft.com/office/drawing/2014/main" id="{C5905E4E-9C03-893D-2D65-9DF29B1CD2BF}"/>
              </a:ext>
            </a:extLst>
          </p:cNvPr>
          <p:cNvSpPr>
            <a:spLocks noGrp="1"/>
          </p:cNvSpPr>
          <p:nvPr>
            <p:ph type="body" sz="quarter" idx="18"/>
          </p:nvPr>
        </p:nvSpPr>
        <p:spPr>
          <a:xfrm>
            <a:off x="9198292" y="5365687"/>
            <a:ext cx="2481263" cy="552451"/>
          </a:xfrm>
        </p:spPr>
        <p:txBody>
          <a:bodyPr anchor="b" anchorCtr="0"/>
          <a:lstStyle>
            <a:lvl1pPr>
              <a:spcBef>
                <a:spcPts val="0"/>
              </a:spcBef>
              <a:spcAft>
                <a:spcPts val="600"/>
              </a:spcAft>
              <a:defRPr sz="1000" b="0">
                <a:latin typeface="+mn-lt"/>
              </a:defRPr>
            </a:lvl1pPr>
          </a:lstStyle>
          <a:p>
            <a:pPr lvl="0"/>
            <a:r>
              <a:rPr lang="en-US"/>
              <a:t>Click to edit Master text styles</a:t>
            </a:r>
          </a:p>
        </p:txBody>
      </p:sp>
      <p:sp>
        <p:nvSpPr>
          <p:cNvPr id="4" name="Footer Placeholder 4">
            <a:extLst>
              <a:ext uri="{FF2B5EF4-FFF2-40B4-BE49-F238E27FC236}">
                <a16:creationId xmlns:a16="http://schemas.microsoft.com/office/drawing/2014/main" id="{8DEF9E9E-37B4-DAB9-8C1D-1576E02EB067}"/>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endParaRPr lang="en-US" dirty="0"/>
          </a:p>
        </p:txBody>
      </p:sp>
      <p:sp>
        <p:nvSpPr>
          <p:cNvPr id="6" name="Slide Number Placeholder 13">
            <a:extLst>
              <a:ext uri="{FF2B5EF4-FFF2-40B4-BE49-F238E27FC236}">
                <a16:creationId xmlns:a16="http://schemas.microsoft.com/office/drawing/2014/main" id="{B40D576B-0FB8-2293-FB69-1C5178F9E41B}"/>
              </a:ext>
            </a:extLst>
          </p:cNvPr>
          <p:cNvSpPr>
            <a:spLocks noGrp="1"/>
          </p:cNvSpPr>
          <p:nvPr>
            <p:ph type="sldNum" sz="quarter" idx="4"/>
          </p:nvPr>
        </p:nvSpPr>
        <p:spPr>
          <a:xfrm>
            <a:off x="11526043" y="6491859"/>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spTree>
    <p:extLst>
      <p:ext uri="{BB962C8B-B14F-4D97-AF65-F5344CB8AC3E}">
        <p14:creationId xmlns:p14="http://schemas.microsoft.com/office/powerpoint/2010/main" val="476517321"/>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Three Content Infographic">
    <p:spTree>
      <p:nvGrpSpPr>
        <p:cNvPr id="1" name=""/>
        <p:cNvGrpSpPr/>
        <p:nvPr/>
      </p:nvGrpSpPr>
      <p:grpSpPr>
        <a:xfrm>
          <a:off x="0" y="0"/>
          <a:ext cx="0" cy="0"/>
          <a:chOff x="0" y="0"/>
          <a:chExt cx="0" cy="0"/>
        </a:xfrm>
      </p:grpSpPr>
      <p:sp>
        <p:nvSpPr>
          <p:cNvPr id="10" name="Content Placeholder 2">
            <a:extLst>
              <a:ext uri="{FF2B5EF4-FFF2-40B4-BE49-F238E27FC236}">
                <a16:creationId xmlns:a16="http://schemas.microsoft.com/office/drawing/2014/main" id="{1E8B33F3-7C1D-479F-3B92-0DE073C2E4F5}"/>
              </a:ext>
            </a:extLst>
          </p:cNvPr>
          <p:cNvSpPr>
            <a:spLocks noGrp="1"/>
          </p:cNvSpPr>
          <p:nvPr>
            <p:ph idx="1" hasCustomPrompt="1"/>
          </p:nvPr>
        </p:nvSpPr>
        <p:spPr>
          <a:xfrm>
            <a:off x="370062" y="2443599"/>
            <a:ext cx="3310128" cy="969264"/>
          </a:xfrm>
        </p:spPr>
        <p:txBody>
          <a:bodyPr/>
          <a:lstStyle>
            <a:lvl1pPr>
              <a:lnSpc>
                <a:spcPct val="80000"/>
              </a:lnSpc>
              <a:spcBef>
                <a:spcPts val="0"/>
              </a:spcBef>
              <a:spcAft>
                <a:spcPts val="0"/>
              </a:spcAft>
              <a:defRPr sz="7600" b="0" spc="-390" baseline="0">
                <a:solidFill>
                  <a:schemeClr val="accent1"/>
                </a:solidFill>
              </a:defRPr>
            </a:lvl1pPr>
          </a:lstStyle>
          <a:p>
            <a:pPr lvl="0"/>
            <a:r>
              <a:rPr lang="en-US" dirty="0"/>
              <a:t>00</a:t>
            </a:r>
          </a:p>
        </p:txBody>
      </p:sp>
      <p:sp>
        <p:nvSpPr>
          <p:cNvPr id="8" name="Content Placeholder 2">
            <a:extLst>
              <a:ext uri="{FF2B5EF4-FFF2-40B4-BE49-F238E27FC236}">
                <a16:creationId xmlns:a16="http://schemas.microsoft.com/office/drawing/2014/main" id="{07C7F8D0-E3EF-7617-C2AE-022970D36D32}"/>
              </a:ext>
            </a:extLst>
          </p:cNvPr>
          <p:cNvSpPr>
            <a:spLocks noGrp="1"/>
          </p:cNvSpPr>
          <p:nvPr>
            <p:ph idx="13" hasCustomPrompt="1"/>
          </p:nvPr>
        </p:nvSpPr>
        <p:spPr>
          <a:xfrm>
            <a:off x="4231506" y="2443599"/>
            <a:ext cx="3310128" cy="969264"/>
          </a:xfrm>
        </p:spPr>
        <p:txBody>
          <a:bodyPr/>
          <a:lstStyle>
            <a:lvl1pPr>
              <a:lnSpc>
                <a:spcPct val="80000"/>
              </a:lnSpc>
              <a:spcBef>
                <a:spcPts val="0"/>
              </a:spcBef>
              <a:spcAft>
                <a:spcPts val="0"/>
              </a:spcAft>
              <a:defRPr sz="7600" b="0" spc="-390" baseline="0">
                <a:solidFill>
                  <a:schemeClr val="accent1"/>
                </a:solidFill>
              </a:defRPr>
            </a:lvl1pPr>
          </a:lstStyle>
          <a:p>
            <a:pPr lvl="0"/>
            <a:r>
              <a:rPr lang="en-US" dirty="0"/>
              <a:t>00</a:t>
            </a:r>
          </a:p>
        </p:txBody>
      </p:sp>
      <p:sp>
        <p:nvSpPr>
          <p:cNvPr id="12" name="Content Placeholder 2">
            <a:extLst>
              <a:ext uri="{FF2B5EF4-FFF2-40B4-BE49-F238E27FC236}">
                <a16:creationId xmlns:a16="http://schemas.microsoft.com/office/drawing/2014/main" id="{ADB98D30-AF89-AE84-76DB-5252AE8FD14F}"/>
              </a:ext>
            </a:extLst>
          </p:cNvPr>
          <p:cNvSpPr>
            <a:spLocks noGrp="1"/>
          </p:cNvSpPr>
          <p:nvPr>
            <p:ph idx="14" hasCustomPrompt="1"/>
          </p:nvPr>
        </p:nvSpPr>
        <p:spPr>
          <a:xfrm>
            <a:off x="8071461" y="2443599"/>
            <a:ext cx="3310128" cy="969264"/>
          </a:xfrm>
        </p:spPr>
        <p:txBody>
          <a:bodyPr/>
          <a:lstStyle>
            <a:lvl1pPr>
              <a:lnSpc>
                <a:spcPct val="80000"/>
              </a:lnSpc>
              <a:spcBef>
                <a:spcPts val="0"/>
              </a:spcBef>
              <a:spcAft>
                <a:spcPts val="0"/>
              </a:spcAft>
              <a:defRPr sz="7600" b="0" spc="-390" baseline="0">
                <a:solidFill>
                  <a:schemeClr val="accent1"/>
                </a:solidFill>
              </a:defRPr>
            </a:lvl1pPr>
          </a:lstStyle>
          <a:p>
            <a:pPr lvl="0"/>
            <a:r>
              <a:rPr lang="en-US" dirty="0"/>
              <a:t>00</a:t>
            </a:r>
          </a:p>
        </p:txBody>
      </p:sp>
      <p:sp>
        <p:nvSpPr>
          <p:cNvPr id="4" name="Footer Placeholder 4">
            <a:extLst>
              <a:ext uri="{FF2B5EF4-FFF2-40B4-BE49-F238E27FC236}">
                <a16:creationId xmlns:a16="http://schemas.microsoft.com/office/drawing/2014/main" id="{C70956B3-9491-9C33-FC6E-9462B54246F5}"/>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endParaRPr lang="en-US" dirty="0"/>
          </a:p>
        </p:txBody>
      </p:sp>
      <p:sp>
        <p:nvSpPr>
          <p:cNvPr id="11" name="Slide Number Placeholder 13">
            <a:extLst>
              <a:ext uri="{FF2B5EF4-FFF2-40B4-BE49-F238E27FC236}">
                <a16:creationId xmlns:a16="http://schemas.microsoft.com/office/drawing/2014/main" id="{D54FC496-336B-9871-8C69-A6D0113CD123}"/>
              </a:ext>
            </a:extLst>
          </p:cNvPr>
          <p:cNvSpPr>
            <a:spLocks noGrp="1"/>
          </p:cNvSpPr>
          <p:nvPr>
            <p:ph type="sldNum" sz="quarter" idx="4"/>
          </p:nvPr>
        </p:nvSpPr>
        <p:spPr>
          <a:xfrm>
            <a:off x="11526043" y="6491859"/>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sp>
        <p:nvSpPr>
          <p:cNvPr id="3" name="Content Placeholder 2">
            <a:extLst>
              <a:ext uri="{FF2B5EF4-FFF2-40B4-BE49-F238E27FC236}">
                <a16:creationId xmlns:a16="http://schemas.microsoft.com/office/drawing/2014/main" id="{2DEADD9F-C4DB-21BA-6151-16846D00A132}"/>
              </a:ext>
            </a:extLst>
          </p:cNvPr>
          <p:cNvSpPr>
            <a:spLocks noGrp="1"/>
          </p:cNvSpPr>
          <p:nvPr>
            <p:ph sz="quarter" idx="15"/>
          </p:nvPr>
        </p:nvSpPr>
        <p:spPr>
          <a:xfrm>
            <a:off x="368301" y="3482975"/>
            <a:ext cx="3310128" cy="25971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3" name="Content Placeholder 2">
            <a:extLst>
              <a:ext uri="{FF2B5EF4-FFF2-40B4-BE49-F238E27FC236}">
                <a16:creationId xmlns:a16="http://schemas.microsoft.com/office/drawing/2014/main" id="{DEBB524E-5A84-8775-0998-D7CE79E36DCD}"/>
              </a:ext>
            </a:extLst>
          </p:cNvPr>
          <p:cNvSpPr>
            <a:spLocks noGrp="1"/>
          </p:cNvSpPr>
          <p:nvPr>
            <p:ph sz="quarter" idx="16"/>
          </p:nvPr>
        </p:nvSpPr>
        <p:spPr>
          <a:xfrm>
            <a:off x="4239426" y="3482975"/>
            <a:ext cx="3310128" cy="25971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4" name="Content Placeholder 2">
            <a:extLst>
              <a:ext uri="{FF2B5EF4-FFF2-40B4-BE49-F238E27FC236}">
                <a16:creationId xmlns:a16="http://schemas.microsoft.com/office/drawing/2014/main" id="{0FB583A4-A0D5-B473-CEAF-7EDB869751B3}"/>
              </a:ext>
            </a:extLst>
          </p:cNvPr>
          <p:cNvSpPr>
            <a:spLocks noGrp="1"/>
          </p:cNvSpPr>
          <p:nvPr>
            <p:ph sz="quarter" idx="17"/>
          </p:nvPr>
        </p:nvSpPr>
        <p:spPr>
          <a:xfrm>
            <a:off x="8071461" y="3482975"/>
            <a:ext cx="3310128" cy="25971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5" name="Title 14">
            <a:extLst>
              <a:ext uri="{FF2B5EF4-FFF2-40B4-BE49-F238E27FC236}">
                <a16:creationId xmlns:a16="http://schemas.microsoft.com/office/drawing/2014/main" id="{FF63D470-D7BD-0CB6-AB02-AD298B18C3E2}"/>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2901045457"/>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Four Content Infographic">
    <p:spTree>
      <p:nvGrpSpPr>
        <p:cNvPr id="1" name=""/>
        <p:cNvGrpSpPr/>
        <p:nvPr/>
      </p:nvGrpSpPr>
      <p:grpSpPr>
        <a:xfrm>
          <a:off x="0" y="0"/>
          <a:ext cx="0" cy="0"/>
          <a:chOff x="0" y="0"/>
          <a:chExt cx="0" cy="0"/>
        </a:xfrm>
      </p:grpSpPr>
      <p:sp>
        <p:nvSpPr>
          <p:cNvPr id="10" name="Content Placeholder 2">
            <a:extLst>
              <a:ext uri="{FF2B5EF4-FFF2-40B4-BE49-F238E27FC236}">
                <a16:creationId xmlns:a16="http://schemas.microsoft.com/office/drawing/2014/main" id="{1E8B33F3-7C1D-479F-3B92-0DE073C2E4F5}"/>
              </a:ext>
            </a:extLst>
          </p:cNvPr>
          <p:cNvSpPr>
            <a:spLocks noGrp="1"/>
          </p:cNvSpPr>
          <p:nvPr>
            <p:ph idx="1" hasCustomPrompt="1"/>
          </p:nvPr>
        </p:nvSpPr>
        <p:spPr>
          <a:xfrm>
            <a:off x="370062" y="2459736"/>
            <a:ext cx="2396050" cy="898948"/>
          </a:xfrm>
        </p:spPr>
        <p:txBody>
          <a:bodyPr/>
          <a:lstStyle>
            <a:lvl1pPr>
              <a:lnSpc>
                <a:spcPct val="80000"/>
              </a:lnSpc>
              <a:spcBef>
                <a:spcPts val="0"/>
              </a:spcBef>
              <a:spcAft>
                <a:spcPts val="0"/>
              </a:spcAft>
              <a:defRPr sz="6600" b="0" spc="-390" baseline="0">
                <a:solidFill>
                  <a:schemeClr val="accent1"/>
                </a:solidFill>
              </a:defRPr>
            </a:lvl1pPr>
          </a:lstStyle>
          <a:p>
            <a:pPr lvl="0"/>
            <a:r>
              <a:rPr lang="en-US" dirty="0"/>
              <a:t>00</a:t>
            </a:r>
          </a:p>
        </p:txBody>
      </p:sp>
      <p:sp>
        <p:nvSpPr>
          <p:cNvPr id="8" name="Content Placeholder 2">
            <a:extLst>
              <a:ext uri="{FF2B5EF4-FFF2-40B4-BE49-F238E27FC236}">
                <a16:creationId xmlns:a16="http://schemas.microsoft.com/office/drawing/2014/main" id="{07C7F8D0-E3EF-7617-C2AE-022970D36D32}"/>
              </a:ext>
            </a:extLst>
          </p:cNvPr>
          <p:cNvSpPr>
            <a:spLocks noGrp="1"/>
          </p:cNvSpPr>
          <p:nvPr>
            <p:ph idx="13" hasCustomPrompt="1"/>
          </p:nvPr>
        </p:nvSpPr>
        <p:spPr>
          <a:xfrm>
            <a:off x="3267108" y="2459736"/>
            <a:ext cx="2396050" cy="898948"/>
          </a:xfrm>
        </p:spPr>
        <p:txBody>
          <a:bodyPr/>
          <a:lstStyle>
            <a:lvl1pPr>
              <a:lnSpc>
                <a:spcPct val="80000"/>
              </a:lnSpc>
              <a:spcBef>
                <a:spcPts val="0"/>
              </a:spcBef>
              <a:spcAft>
                <a:spcPts val="0"/>
              </a:spcAft>
              <a:defRPr sz="6600" b="0" spc="-390" baseline="0">
                <a:solidFill>
                  <a:schemeClr val="accent1"/>
                </a:solidFill>
              </a:defRPr>
            </a:lvl1pPr>
          </a:lstStyle>
          <a:p>
            <a:pPr lvl="0"/>
            <a:r>
              <a:rPr lang="en-US" dirty="0"/>
              <a:t>00</a:t>
            </a:r>
          </a:p>
        </p:txBody>
      </p:sp>
      <p:sp>
        <p:nvSpPr>
          <p:cNvPr id="12" name="Content Placeholder 2">
            <a:extLst>
              <a:ext uri="{FF2B5EF4-FFF2-40B4-BE49-F238E27FC236}">
                <a16:creationId xmlns:a16="http://schemas.microsoft.com/office/drawing/2014/main" id="{ADB98D30-AF89-AE84-76DB-5252AE8FD14F}"/>
              </a:ext>
            </a:extLst>
          </p:cNvPr>
          <p:cNvSpPr>
            <a:spLocks noGrp="1"/>
          </p:cNvSpPr>
          <p:nvPr>
            <p:ph idx="14" hasCustomPrompt="1"/>
          </p:nvPr>
        </p:nvSpPr>
        <p:spPr>
          <a:xfrm>
            <a:off x="6153663" y="2459736"/>
            <a:ext cx="2396050" cy="898948"/>
          </a:xfrm>
        </p:spPr>
        <p:txBody>
          <a:bodyPr/>
          <a:lstStyle>
            <a:lvl1pPr>
              <a:lnSpc>
                <a:spcPct val="80000"/>
              </a:lnSpc>
              <a:spcBef>
                <a:spcPts val="0"/>
              </a:spcBef>
              <a:spcAft>
                <a:spcPts val="0"/>
              </a:spcAft>
              <a:defRPr sz="6600" b="0" spc="-390" baseline="0">
                <a:solidFill>
                  <a:schemeClr val="accent1"/>
                </a:solidFill>
              </a:defRPr>
            </a:lvl1pPr>
          </a:lstStyle>
          <a:p>
            <a:pPr lvl="0"/>
            <a:r>
              <a:rPr lang="en-US" dirty="0"/>
              <a:t>00</a:t>
            </a:r>
          </a:p>
        </p:txBody>
      </p:sp>
      <p:sp>
        <p:nvSpPr>
          <p:cNvPr id="11" name="Content Placeholder 2">
            <a:extLst>
              <a:ext uri="{FF2B5EF4-FFF2-40B4-BE49-F238E27FC236}">
                <a16:creationId xmlns:a16="http://schemas.microsoft.com/office/drawing/2014/main" id="{11C89EB2-461C-D9DB-DBF2-EA17EA40A6C1}"/>
              </a:ext>
            </a:extLst>
          </p:cNvPr>
          <p:cNvSpPr>
            <a:spLocks noGrp="1"/>
          </p:cNvSpPr>
          <p:nvPr>
            <p:ph idx="16" hasCustomPrompt="1"/>
          </p:nvPr>
        </p:nvSpPr>
        <p:spPr>
          <a:xfrm>
            <a:off x="9050976" y="2459736"/>
            <a:ext cx="2396050" cy="898948"/>
          </a:xfrm>
        </p:spPr>
        <p:txBody>
          <a:bodyPr/>
          <a:lstStyle>
            <a:lvl1pPr>
              <a:lnSpc>
                <a:spcPct val="80000"/>
              </a:lnSpc>
              <a:spcBef>
                <a:spcPts val="0"/>
              </a:spcBef>
              <a:spcAft>
                <a:spcPts val="0"/>
              </a:spcAft>
              <a:defRPr sz="6600" b="0" spc="-390" baseline="0">
                <a:solidFill>
                  <a:schemeClr val="accent1"/>
                </a:solidFill>
              </a:defRPr>
            </a:lvl1pPr>
          </a:lstStyle>
          <a:p>
            <a:pPr lvl="0"/>
            <a:r>
              <a:rPr lang="en-US" dirty="0"/>
              <a:t>00</a:t>
            </a:r>
          </a:p>
        </p:txBody>
      </p:sp>
      <p:sp>
        <p:nvSpPr>
          <p:cNvPr id="9" name="Footer Placeholder 4">
            <a:extLst>
              <a:ext uri="{FF2B5EF4-FFF2-40B4-BE49-F238E27FC236}">
                <a16:creationId xmlns:a16="http://schemas.microsoft.com/office/drawing/2014/main" id="{850DA203-9211-4FDA-05C5-46A210422ACC}"/>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endParaRPr lang="en-US" dirty="0"/>
          </a:p>
        </p:txBody>
      </p:sp>
      <p:sp>
        <p:nvSpPr>
          <p:cNvPr id="13" name="Slide Number Placeholder 13">
            <a:extLst>
              <a:ext uri="{FF2B5EF4-FFF2-40B4-BE49-F238E27FC236}">
                <a16:creationId xmlns:a16="http://schemas.microsoft.com/office/drawing/2014/main" id="{B4612D97-4010-1226-69CD-B037A384C2DD}"/>
              </a:ext>
            </a:extLst>
          </p:cNvPr>
          <p:cNvSpPr>
            <a:spLocks noGrp="1"/>
          </p:cNvSpPr>
          <p:nvPr>
            <p:ph type="sldNum" sz="quarter" idx="4"/>
          </p:nvPr>
        </p:nvSpPr>
        <p:spPr>
          <a:xfrm>
            <a:off x="11526043" y="6491859"/>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sp>
        <p:nvSpPr>
          <p:cNvPr id="3" name="Title 2">
            <a:extLst>
              <a:ext uri="{FF2B5EF4-FFF2-40B4-BE49-F238E27FC236}">
                <a16:creationId xmlns:a16="http://schemas.microsoft.com/office/drawing/2014/main" id="{B7CEDE5A-24B5-302A-F9C9-38D8A4ED15EA}"/>
              </a:ext>
            </a:extLst>
          </p:cNvPr>
          <p:cNvSpPr>
            <a:spLocks noGrp="1"/>
          </p:cNvSpPr>
          <p:nvPr>
            <p:ph type="title"/>
          </p:nvPr>
        </p:nvSpPr>
        <p:spPr/>
        <p:txBody>
          <a:bodyPr/>
          <a:lstStyle/>
          <a:p>
            <a:r>
              <a:rPr lang="en-US"/>
              <a:t>Click to edit Master title style</a:t>
            </a:r>
            <a:endParaRPr lang="en-GB"/>
          </a:p>
        </p:txBody>
      </p:sp>
      <p:sp>
        <p:nvSpPr>
          <p:cNvPr id="16" name="Content Placeholder 15">
            <a:extLst>
              <a:ext uri="{FF2B5EF4-FFF2-40B4-BE49-F238E27FC236}">
                <a16:creationId xmlns:a16="http://schemas.microsoft.com/office/drawing/2014/main" id="{44F1DDBE-5AF8-4AE5-035D-1455CB11941A}"/>
              </a:ext>
            </a:extLst>
          </p:cNvPr>
          <p:cNvSpPr>
            <a:spLocks noGrp="1"/>
          </p:cNvSpPr>
          <p:nvPr>
            <p:ph sz="quarter" idx="17"/>
          </p:nvPr>
        </p:nvSpPr>
        <p:spPr>
          <a:xfrm>
            <a:off x="369888" y="3482975"/>
            <a:ext cx="2396050" cy="2794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7" name="Content Placeholder 15">
            <a:extLst>
              <a:ext uri="{FF2B5EF4-FFF2-40B4-BE49-F238E27FC236}">
                <a16:creationId xmlns:a16="http://schemas.microsoft.com/office/drawing/2014/main" id="{0506503A-B70F-E2C2-7E96-19228D38F73B}"/>
              </a:ext>
            </a:extLst>
          </p:cNvPr>
          <p:cNvSpPr>
            <a:spLocks noGrp="1"/>
          </p:cNvSpPr>
          <p:nvPr>
            <p:ph sz="quarter" idx="18"/>
          </p:nvPr>
        </p:nvSpPr>
        <p:spPr>
          <a:xfrm>
            <a:off x="3271236" y="3482975"/>
            <a:ext cx="2396050" cy="2794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8" name="Content Placeholder 15">
            <a:extLst>
              <a:ext uri="{FF2B5EF4-FFF2-40B4-BE49-F238E27FC236}">
                <a16:creationId xmlns:a16="http://schemas.microsoft.com/office/drawing/2014/main" id="{099901CA-C5DD-EA1C-B029-123F8C580614}"/>
              </a:ext>
            </a:extLst>
          </p:cNvPr>
          <p:cNvSpPr>
            <a:spLocks noGrp="1"/>
          </p:cNvSpPr>
          <p:nvPr>
            <p:ph sz="quarter" idx="19"/>
          </p:nvPr>
        </p:nvSpPr>
        <p:spPr>
          <a:xfrm>
            <a:off x="6149975" y="3482975"/>
            <a:ext cx="2396050" cy="2794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9" name="Content Placeholder 15">
            <a:extLst>
              <a:ext uri="{FF2B5EF4-FFF2-40B4-BE49-F238E27FC236}">
                <a16:creationId xmlns:a16="http://schemas.microsoft.com/office/drawing/2014/main" id="{066BC0D1-1139-9685-3799-963F80B0C907}"/>
              </a:ext>
            </a:extLst>
          </p:cNvPr>
          <p:cNvSpPr>
            <a:spLocks noGrp="1"/>
          </p:cNvSpPr>
          <p:nvPr>
            <p:ph sz="quarter" idx="20"/>
          </p:nvPr>
        </p:nvSpPr>
        <p:spPr>
          <a:xfrm>
            <a:off x="9047405" y="3482975"/>
            <a:ext cx="2396050" cy="2794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3897499865"/>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One Column Chart">
    <p:spTree>
      <p:nvGrpSpPr>
        <p:cNvPr id="1" name=""/>
        <p:cNvGrpSpPr/>
        <p:nvPr/>
      </p:nvGrpSpPr>
      <p:grpSpPr>
        <a:xfrm>
          <a:off x="0" y="0"/>
          <a:ext cx="0" cy="0"/>
          <a:chOff x="0" y="0"/>
          <a:chExt cx="0" cy="0"/>
        </a:xfrm>
      </p:grpSpPr>
      <p:sp>
        <p:nvSpPr>
          <p:cNvPr id="6" name="Chart Placeholder 5">
            <a:extLst>
              <a:ext uri="{FF2B5EF4-FFF2-40B4-BE49-F238E27FC236}">
                <a16:creationId xmlns:a16="http://schemas.microsoft.com/office/drawing/2014/main" id="{DCC47810-5636-CCFE-D491-CAD999BC70CF}"/>
              </a:ext>
            </a:extLst>
          </p:cNvPr>
          <p:cNvSpPr>
            <a:spLocks noGrp="1"/>
          </p:cNvSpPr>
          <p:nvPr>
            <p:ph type="chart" sz="quarter" idx="10"/>
          </p:nvPr>
        </p:nvSpPr>
        <p:spPr>
          <a:xfrm>
            <a:off x="5188305" y="1930138"/>
            <a:ext cx="5670195" cy="4042037"/>
          </a:xfrm>
        </p:spPr>
        <p:txBody>
          <a:bodyPr/>
          <a:lstStyle>
            <a:lvl1pPr algn="ctr">
              <a:defRPr/>
            </a:lvl1pPr>
          </a:lstStyle>
          <a:p>
            <a:r>
              <a:rPr lang="en-US"/>
              <a:t>Click icon to add chart</a:t>
            </a:r>
            <a:endParaRPr lang="en-US" dirty="0"/>
          </a:p>
        </p:txBody>
      </p:sp>
      <p:sp>
        <p:nvSpPr>
          <p:cNvPr id="2" name="Footer Placeholder 4">
            <a:extLst>
              <a:ext uri="{FF2B5EF4-FFF2-40B4-BE49-F238E27FC236}">
                <a16:creationId xmlns:a16="http://schemas.microsoft.com/office/drawing/2014/main" id="{6125A049-51AB-8CE0-1E82-0861CFA1A20A}"/>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endParaRPr lang="en-US" dirty="0"/>
          </a:p>
        </p:txBody>
      </p:sp>
      <p:sp>
        <p:nvSpPr>
          <p:cNvPr id="3" name="Slide Number Placeholder 13">
            <a:extLst>
              <a:ext uri="{FF2B5EF4-FFF2-40B4-BE49-F238E27FC236}">
                <a16:creationId xmlns:a16="http://schemas.microsoft.com/office/drawing/2014/main" id="{370151B8-84D5-0F32-8BA4-AF23D992BD36}"/>
              </a:ext>
            </a:extLst>
          </p:cNvPr>
          <p:cNvSpPr>
            <a:spLocks noGrp="1"/>
          </p:cNvSpPr>
          <p:nvPr>
            <p:ph type="sldNum" sz="quarter" idx="4"/>
          </p:nvPr>
        </p:nvSpPr>
        <p:spPr>
          <a:xfrm>
            <a:off x="11526043" y="6491859"/>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sp>
        <p:nvSpPr>
          <p:cNvPr id="4" name="Title 3">
            <a:extLst>
              <a:ext uri="{FF2B5EF4-FFF2-40B4-BE49-F238E27FC236}">
                <a16:creationId xmlns:a16="http://schemas.microsoft.com/office/drawing/2014/main" id="{B3172550-E933-8167-0222-DD1326B01A64}"/>
              </a:ext>
            </a:extLst>
          </p:cNvPr>
          <p:cNvSpPr>
            <a:spLocks noGrp="1"/>
          </p:cNvSpPr>
          <p:nvPr>
            <p:ph type="title"/>
          </p:nvPr>
        </p:nvSpPr>
        <p:spPr/>
        <p:txBody>
          <a:bodyPr/>
          <a:lstStyle/>
          <a:p>
            <a:r>
              <a:rPr lang="en-US"/>
              <a:t>Click to edit Master title style</a:t>
            </a:r>
            <a:endParaRPr lang="en-GB"/>
          </a:p>
        </p:txBody>
      </p:sp>
      <p:sp>
        <p:nvSpPr>
          <p:cNvPr id="8" name="Content Placeholder 7">
            <a:extLst>
              <a:ext uri="{FF2B5EF4-FFF2-40B4-BE49-F238E27FC236}">
                <a16:creationId xmlns:a16="http://schemas.microsoft.com/office/drawing/2014/main" id="{40478187-E2B9-385E-A350-C3EAF7AF28EC}"/>
              </a:ext>
            </a:extLst>
          </p:cNvPr>
          <p:cNvSpPr>
            <a:spLocks noGrp="1"/>
          </p:cNvSpPr>
          <p:nvPr>
            <p:ph sz="quarter" idx="11"/>
          </p:nvPr>
        </p:nvSpPr>
        <p:spPr>
          <a:xfrm>
            <a:off x="368300" y="3482975"/>
            <a:ext cx="3746500" cy="2489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255566185"/>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Four Team Images">
    <p:spTree>
      <p:nvGrpSpPr>
        <p:cNvPr id="1" name=""/>
        <p:cNvGrpSpPr/>
        <p:nvPr/>
      </p:nvGrpSpPr>
      <p:grpSpPr>
        <a:xfrm>
          <a:off x="0" y="0"/>
          <a:ext cx="0" cy="0"/>
          <a:chOff x="0" y="0"/>
          <a:chExt cx="0" cy="0"/>
        </a:xfrm>
      </p:grpSpPr>
      <p:sp>
        <p:nvSpPr>
          <p:cNvPr id="5" name="Picture Placeholder 14">
            <a:extLst>
              <a:ext uri="{FF2B5EF4-FFF2-40B4-BE49-F238E27FC236}">
                <a16:creationId xmlns:a16="http://schemas.microsoft.com/office/drawing/2014/main" id="{BE205ACB-F0DD-E11C-8562-1A67F4F828CD}"/>
              </a:ext>
              <a:ext uri="{C183D7F6-B498-43B3-948B-1728B52AA6E4}">
                <adec:decorative xmlns:adec="http://schemas.microsoft.com/office/drawing/2017/decorative" val="1"/>
              </a:ext>
            </a:extLst>
          </p:cNvPr>
          <p:cNvSpPr>
            <a:spLocks noGrp="1"/>
          </p:cNvSpPr>
          <p:nvPr>
            <p:ph type="pic" sz="quarter" idx="11"/>
          </p:nvPr>
        </p:nvSpPr>
        <p:spPr>
          <a:xfrm>
            <a:off x="370062" y="1938393"/>
            <a:ext cx="2696610" cy="2403473"/>
          </a:xfrm>
          <a:solidFill>
            <a:schemeClr val="bg1">
              <a:lumMod val="85000"/>
            </a:schemeClr>
          </a:solidFill>
        </p:spPr>
        <p:txBody>
          <a:bodyPr tIns="365760"/>
          <a:lstStyle>
            <a:lvl1pPr algn="ctr">
              <a:defRPr/>
            </a:lvl1pPr>
          </a:lstStyle>
          <a:p>
            <a:r>
              <a:rPr lang="en-US"/>
              <a:t>Click icon to add picture</a:t>
            </a:r>
            <a:endParaRPr lang="en-US" dirty="0"/>
          </a:p>
        </p:txBody>
      </p:sp>
      <p:sp>
        <p:nvSpPr>
          <p:cNvPr id="15" name="Picture Placeholder 14">
            <a:extLst>
              <a:ext uri="{FF2B5EF4-FFF2-40B4-BE49-F238E27FC236}">
                <a16:creationId xmlns:a16="http://schemas.microsoft.com/office/drawing/2014/main" id="{32429DBE-FCD7-24A1-1559-A263A915F0EA}"/>
              </a:ext>
              <a:ext uri="{C183D7F6-B498-43B3-948B-1728B52AA6E4}">
                <adec:decorative xmlns:adec="http://schemas.microsoft.com/office/drawing/2017/decorative" val="1"/>
              </a:ext>
            </a:extLst>
          </p:cNvPr>
          <p:cNvSpPr>
            <a:spLocks noGrp="1"/>
          </p:cNvSpPr>
          <p:nvPr>
            <p:ph type="pic" sz="quarter" idx="19"/>
          </p:nvPr>
        </p:nvSpPr>
        <p:spPr>
          <a:xfrm>
            <a:off x="3267127" y="1938393"/>
            <a:ext cx="2696610" cy="2403473"/>
          </a:xfrm>
          <a:solidFill>
            <a:schemeClr val="bg1">
              <a:lumMod val="85000"/>
            </a:schemeClr>
          </a:solidFill>
        </p:spPr>
        <p:txBody>
          <a:bodyPr tIns="365760"/>
          <a:lstStyle>
            <a:lvl1pPr algn="ctr">
              <a:defRPr/>
            </a:lvl1pPr>
          </a:lstStyle>
          <a:p>
            <a:r>
              <a:rPr lang="en-US"/>
              <a:t>Click icon to add picture</a:t>
            </a:r>
            <a:endParaRPr lang="en-US" dirty="0"/>
          </a:p>
        </p:txBody>
      </p:sp>
      <p:sp>
        <p:nvSpPr>
          <p:cNvPr id="17" name="Picture Placeholder 14">
            <a:extLst>
              <a:ext uri="{FF2B5EF4-FFF2-40B4-BE49-F238E27FC236}">
                <a16:creationId xmlns:a16="http://schemas.microsoft.com/office/drawing/2014/main" id="{CD839F68-5525-1FC6-7F47-6058F961EBE1}"/>
              </a:ext>
              <a:ext uri="{C183D7F6-B498-43B3-948B-1728B52AA6E4}">
                <adec:decorative xmlns:adec="http://schemas.microsoft.com/office/drawing/2017/decorative" val="1"/>
              </a:ext>
            </a:extLst>
          </p:cNvPr>
          <p:cNvSpPr>
            <a:spLocks noGrp="1"/>
          </p:cNvSpPr>
          <p:nvPr>
            <p:ph type="pic" sz="quarter" idx="21"/>
          </p:nvPr>
        </p:nvSpPr>
        <p:spPr>
          <a:xfrm>
            <a:off x="6160423" y="1938393"/>
            <a:ext cx="2696610" cy="2403473"/>
          </a:xfrm>
          <a:solidFill>
            <a:schemeClr val="bg1">
              <a:lumMod val="85000"/>
            </a:schemeClr>
          </a:solidFill>
        </p:spPr>
        <p:txBody>
          <a:bodyPr tIns="365760"/>
          <a:lstStyle>
            <a:lvl1pPr algn="ctr">
              <a:defRPr/>
            </a:lvl1pPr>
          </a:lstStyle>
          <a:p>
            <a:r>
              <a:rPr lang="en-US"/>
              <a:t>Click icon to add picture</a:t>
            </a:r>
            <a:endParaRPr lang="en-US" dirty="0"/>
          </a:p>
        </p:txBody>
      </p:sp>
      <p:sp>
        <p:nvSpPr>
          <p:cNvPr id="19" name="Picture Placeholder 14">
            <a:extLst>
              <a:ext uri="{FF2B5EF4-FFF2-40B4-BE49-F238E27FC236}">
                <a16:creationId xmlns:a16="http://schemas.microsoft.com/office/drawing/2014/main" id="{AEC3DEC0-C14C-0D3D-E77D-C65F7FA1089D}"/>
              </a:ext>
              <a:ext uri="{C183D7F6-B498-43B3-948B-1728B52AA6E4}">
                <adec:decorative xmlns:adec="http://schemas.microsoft.com/office/drawing/2017/decorative" val="1"/>
              </a:ext>
            </a:extLst>
          </p:cNvPr>
          <p:cNvSpPr>
            <a:spLocks noGrp="1"/>
          </p:cNvSpPr>
          <p:nvPr>
            <p:ph type="pic" sz="quarter" idx="23"/>
          </p:nvPr>
        </p:nvSpPr>
        <p:spPr>
          <a:xfrm>
            <a:off x="9048340" y="1938393"/>
            <a:ext cx="2696610" cy="2403473"/>
          </a:xfrm>
          <a:solidFill>
            <a:schemeClr val="bg1">
              <a:lumMod val="85000"/>
            </a:schemeClr>
          </a:solidFill>
        </p:spPr>
        <p:txBody>
          <a:bodyPr tIns="365760"/>
          <a:lstStyle>
            <a:lvl1pPr algn="ctr">
              <a:defRPr/>
            </a:lvl1pPr>
          </a:lstStyle>
          <a:p>
            <a:r>
              <a:rPr lang="en-US"/>
              <a:t>Click icon to add picture</a:t>
            </a:r>
            <a:endParaRPr lang="en-US" dirty="0"/>
          </a:p>
        </p:txBody>
      </p:sp>
      <p:sp>
        <p:nvSpPr>
          <p:cNvPr id="4" name="Footer Placeholder 4">
            <a:extLst>
              <a:ext uri="{FF2B5EF4-FFF2-40B4-BE49-F238E27FC236}">
                <a16:creationId xmlns:a16="http://schemas.microsoft.com/office/drawing/2014/main" id="{9475B69A-CAC3-88B9-5B3E-2AF1362EFDB6}"/>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endParaRPr lang="en-US" dirty="0"/>
          </a:p>
        </p:txBody>
      </p:sp>
      <p:sp>
        <p:nvSpPr>
          <p:cNvPr id="6" name="Slide Number Placeholder 13">
            <a:extLst>
              <a:ext uri="{FF2B5EF4-FFF2-40B4-BE49-F238E27FC236}">
                <a16:creationId xmlns:a16="http://schemas.microsoft.com/office/drawing/2014/main" id="{07859335-E39D-1388-375F-FAA342F28BBF}"/>
              </a:ext>
            </a:extLst>
          </p:cNvPr>
          <p:cNvSpPr>
            <a:spLocks noGrp="1"/>
          </p:cNvSpPr>
          <p:nvPr>
            <p:ph type="sldNum" sz="quarter" idx="4"/>
          </p:nvPr>
        </p:nvSpPr>
        <p:spPr>
          <a:xfrm>
            <a:off x="11526043" y="6491859"/>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sp>
        <p:nvSpPr>
          <p:cNvPr id="2" name="Title 1">
            <a:extLst>
              <a:ext uri="{FF2B5EF4-FFF2-40B4-BE49-F238E27FC236}">
                <a16:creationId xmlns:a16="http://schemas.microsoft.com/office/drawing/2014/main" id="{51A35449-0894-A02C-8F55-DCFAB1AE42A2}"/>
              </a:ext>
            </a:extLst>
          </p:cNvPr>
          <p:cNvSpPr>
            <a:spLocks noGrp="1"/>
          </p:cNvSpPr>
          <p:nvPr>
            <p:ph type="title"/>
          </p:nvPr>
        </p:nvSpPr>
        <p:spPr/>
        <p:txBody>
          <a:bodyPr/>
          <a:lstStyle/>
          <a:p>
            <a:r>
              <a:rPr lang="en-US"/>
              <a:t>Click to edit Master title style</a:t>
            </a:r>
            <a:endParaRPr lang="en-GB"/>
          </a:p>
        </p:txBody>
      </p:sp>
      <p:sp>
        <p:nvSpPr>
          <p:cNvPr id="8" name="Content Placeholder 7">
            <a:extLst>
              <a:ext uri="{FF2B5EF4-FFF2-40B4-BE49-F238E27FC236}">
                <a16:creationId xmlns:a16="http://schemas.microsoft.com/office/drawing/2014/main" id="{EAA4954E-F516-8DC7-20A3-B649BF255769}"/>
              </a:ext>
            </a:extLst>
          </p:cNvPr>
          <p:cNvSpPr>
            <a:spLocks noGrp="1"/>
          </p:cNvSpPr>
          <p:nvPr>
            <p:ph sz="quarter" idx="24"/>
          </p:nvPr>
        </p:nvSpPr>
        <p:spPr>
          <a:xfrm>
            <a:off x="368300" y="4518025"/>
            <a:ext cx="2696610" cy="1562100"/>
          </a:xfrm>
        </p:spPr>
        <p:txBody>
          <a:bodyPr/>
          <a:lstStyle>
            <a:lvl2pPr>
              <a:defRPr>
                <a:latin typeface="+mj-lt"/>
              </a:defRPr>
            </a:lvl2pPr>
          </a:lstStyle>
          <a:p>
            <a:pPr lvl="0"/>
            <a:r>
              <a:rPr lang="en-US"/>
              <a:t>Click to edit Master text styles</a:t>
            </a:r>
          </a:p>
          <a:p>
            <a:pPr lvl="1"/>
            <a:r>
              <a:rPr lang="en-US"/>
              <a:t>Second level</a:t>
            </a:r>
          </a:p>
          <a:p>
            <a:pPr lvl="2"/>
            <a:r>
              <a:rPr lang="en-US"/>
              <a:t>Third level</a:t>
            </a:r>
          </a:p>
        </p:txBody>
      </p:sp>
      <p:sp>
        <p:nvSpPr>
          <p:cNvPr id="9" name="Content Placeholder 7">
            <a:extLst>
              <a:ext uri="{FF2B5EF4-FFF2-40B4-BE49-F238E27FC236}">
                <a16:creationId xmlns:a16="http://schemas.microsoft.com/office/drawing/2014/main" id="{B8FE92CD-7709-9DB8-6AAE-AA80F067440B}"/>
              </a:ext>
            </a:extLst>
          </p:cNvPr>
          <p:cNvSpPr>
            <a:spLocks noGrp="1"/>
          </p:cNvSpPr>
          <p:nvPr>
            <p:ph sz="quarter" idx="25"/>
          </p:nvPr>
        </p:nvSpPr>
        <p:spPr>
          <a:xfrm>
            <a:off x="3267127" y="4518025"/>
            <a:ext cx="2696610" cy="1562100"/>
          </a:xfrm>
        </p:spPr>
        <p:txBody>
          <a:bodyPr/>
          <a:lstStyle>
            <a:lvl2pPr>
              <a:defRPr>
                <a:latin typeface="+mj-lt"/>
              </a:defRPr>
            </a:lvl2pPr>
          </a:lstStyle>
          <a:p>
            <a:pPr lvl="0"/>
            <a:r>
              <a:rPr lang="en-US"/>
              <a:t>Click to edit Master text styles</a:t>
            </a:r>
          </a:p>
          <a:p>
            <a:pPr lvl="1"/>
            <a:r>
              <a:rPr lang="en-US"/>
              <a:t>Second level</a:t>
            </a:r>
          </a:p>
          <a:p>
            <a:pPr lvl="2"/>
            <a:r>
              <a:rPr lang="en-US"/>
              <a:t>Third level</a:t>
            </a:r>
          </a:p>
        </p:txBody>
      </p:sp>
      <p:sp>
        <p:nvSpPr>
          <p:cNvPr id="10" name="Content Placeholder 7">
            <a:extLst>
              <a:ext uri="{FF2B5EF4-FFF2-40B4-BE49-F238E27FC236}">
                <a16:creationId xmlns:a16="http://schemas.microsoft.com/office/drawing/2014/main" id="{A2951703-E32B-EAF8-80B8-BAFE647F14A4}"/>
              </a:ext>
            </a:extLst>
          </p:cNvPr>
          <p:cNvSpPr>
            <a:spLocks noGrp="1"/>
          </p:cNvSpPr>
          <p:nvPr>
            <p:ph sz="quarter" idx="26"/>
          </p:nvPr>
        </p:nvSpPr>
        <p:spPr>
          <a:xfrm>
            <a:off x="6151846" y="4518025"/>
            <a:ext cx="2696610" cy="1562100"/>
          </a:xfrm>
        </p:spPr>
        <p:txBody>
          <a:bodyPr/>
          <a:lstStyle>
            <a:lvl2pPr>
              <a:defRPr>
                <a:latin typeface="+mj-lt"/>
              </a:defRPr>
            </a:lvl2pPr>
          </a:lstStyle>
          <a:p>
            <a:pPr lvl="0"/>
            <a:r>
              <a:rPr lang="en-US"/>
              <a:t>Click to edit Master text styles</a:t>
            </a:r>
          </a:p>
          <a:p>
            <a:pPr lvl="1"/>
            <a:r>
              <a:rPr lang="en-US"/>
              <a:t>Second level</a:t>
            </a:r>
          </a:p>
          <a:p>
            <a:pPr lvl="2"/>
            <a:r>
              <a:rPr lang="en-US"/>
              <a:t>Third level</a:t>
            </a:r>
          </a:p>
        </p:txBody>
      </p:sp>
      <p:sp>
        <p:nvSpPr>
          <p:cNvPr id="13" name="Content Placeholder 7">
            <a:extLst>
              <a:ext uri="{FF2B5EF4-FFF2-40B4-BE49-F238E27FC236}">
                <a16:creationId xmlns:a16="http://schemas.microsoft.com/office/drawing/2014/main" id="{66FE3CF3-7037-DD51-3661-1034378DCD33}"/>
              </a:ext>
            </a:extLst>
          </p:cNvPr>
          <p:cNvSpPr>
            <a:spLocks noGrp="1"/>
          </p:cNvSpPr>
          <p:nvPr>
            <p:ph sz="quarter" idx="27"/>
          </p:nvPr>
        </p:nvSpPr>
        <p:spPr>
          <a:xfrm>
            <a:off x="9048340" y="4518025"/>
            <a:ext cx="2696610" cy="1562100"/>
          </a:xfrm>
        </p:spPr>
        <p:txBody>
          <a:bodyPr/>
          <a:lstStyle>
            <a:lvl2pPr>
              <a:defRPr>
                <a:latin typeface="+mj-lt"/>
              </a:defRPr>
            </a:lvl2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3949415049"/>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Four Team Images 2">
    <p:spTree>
      <p:nvGrpSpPr>
        <p:cNvPr id="1" name=""/>
        <p:cNvGrpSpPr/>
        <p:nvPr/>
      </p:nvGrpSpPr>
      <p:grpSpPr>
        <a:xfrm>
          <a:off x="0" y="0"/>
          <a:ext cx="0" cy="0"/>
          <a:chOff x="0" y="0"/>
          <a:chExt cx="0" cy="0"/>
        </a:xfrm>
      </p:grpSpPr>
      <p:sp>
        <p:nvSpPr>
          <p:cNvPr id="5" name="Picture Placeholder 14">
            <a:extLst>
              <a:ext uri="{FF2B5EF4-FFF2-40B4-BE49-F238E27FC236}">
                <a16:creationId xmlns:a16="http://schemas.microsoft.com/office/drawing/2014/main" id="{BE205ACB-F0DD-E11C-8562-1A67F4F828CD}"/>
              </a:ext>
              <a:ext uri="{C183D7F6-B498-43B3-948B-1728B52AA6E4}">
                <adec:decorative xmlns:adec="http://schemas.microsoft.com/office/drawing/2017/decorative" val="1"/>
              </a:ext>
            </a:extLst>
          </p:cNvPr>
          <p:cNvSpPr>
            <a:spLocks noGrp="1"/>
          </p:cNvSpPr>
          <p:nvPr>
            <p:ph type="pic" sz="quarter" idx="11"/>
          </p:nvPr>
        </p:nvSpPr>
        <p:spPr>
          <a:xfrm>
            <a:off x="370586" y="1924016"/>
            <a:ext cx="2696610" cy="1927865"/>
          </a:xfrm>
          <a:solidFill>
            <a:schemeClr val="bg1">
              <a:lumMod val="85000"/>
            </a:schemeClr>
          </a:solidFill>
        </p:spPr>
        <p:txBody>
          <a:bodyPr tIns="365760"/>
          <a:lstStyle>
            <a:lvl1pPr algn="ctr">
              <a:defRPr/>
            </a:lvl1pPr>
          </a:lstStyle>
          <a:p>
            <a:r>
              <a:rPr lang="en-US"/>
              <a:t>Click icon to add picture</a:t>
            </a:r>
            <a:endParaRPr lang="en-US" dirty="0"/>
          </a:p>
        </p:txBody>
      </p:sp>
      <p:sp>
        <p:nvSpPr>
          <p:cNvPr id="15" name="Picture Placeholder 14">
            <a:extLst>
              <a:ext uri="{FF2B5EF4-FFF2-40B4-BE49-F238E27FC236}">
                <a16:creationId xmlns:a16="http://schemas.microsoft.com/office/drawing/2014/main" id="{32429DBE-FCD7-24A1-1559-A263A915F0EA}"/>
              </a:ext>
              <a:ext uri="{C183D7F6-B498-43B3-948B-1728B52AA6E4}">
                <adec:decorative xmlns:adec="http://schemas.microsoft.com/office/drawing/2017/decorative" val="1"/>
              </a:ext>
            </a:extLst>
          </p:cNvPr>
          <p:cNvSpPr>
            <a:spLocks noGrp="1"/>
          </p:cNvSpPr>
          <p:nvPr>
            <p:ph type="pic" sz="quarter" idx="19"/>
          </p:nvPr>
        </p:nvSpPr>
        <p:spPr>
          <a:xfrm>
            <a:off x="368300" y="4012229"/>
            <a:ext cx="2696610" cy="1927865"/>
          </a:xfrm>
          <a:solidFill>
            <a:schemeClr val="bg1">
              <a:lumMod val="85000"/>
            </a:schemeClr>
          </a:solidFill>
        </p:spPr>
        <p:txBody>
          <a:bodyPr tIns="365760"/>
          <a:lstStyle>
            <a:lvl1pPr algn="ctr">
              <a:defRPr/>
            </a:lvl1pPr>
          </a:lstStyle>
          <a:p>
            <a:r>
              <a:rPr lang="en-US"/>
              <a:t>Click icon to add picture</a:t>
            </a:r>
            <a:endParaRPr lang="en-US" dirty="0"/>
          </a:p>
        </p:txBody>
      </p:sp>
      <p:sp>
        <p:nvSpPr>
          <p:cNvPr id="6" name="Picture Placeholder 14">
            <a:extLst>
              <a:ext uri="{FF2B5EF4-FFF2-40B4-BE49-F238E27FC236}">
                <a16:creationId xmlns:a16="http://schemas.microsoft.com/office/drawing/2014/main" id="{62EEDF93-D482-938D-D6D4-B8B66CA7643D}"/>
              </a:ext>
              <a:ext uri="{C183D7F6-B498-43B3-948B-1728B52AA6E4}">
                <adec:decorative xmlns:adec="http://schemas.microsoft.com/office/drawing/2017/decorative" val="1"/>
              </a:ext>
            </a:extLst>
          </p:cNvPr>
          <p:cNvSpPr>
            <a:spLocks noGrp="1"/>
          </p:cNvSpPr>
          <p:nvPr>
            <p:ph type="pic" sz="quarter" idx="26"/>
          </p:nvPr>
        </p:nvSpPr>
        <p:spPr>
          <a:xfrm>
            <a:off x="6155682" y="1927615"/>
            <a:ext cx="2696610" cy="1927865"/>
          </a:xfrm>
          <a:solidFill>
            <a:schemeClr val="bg1">
              <a:lumMod val="85000"/>
            </a:schemeClr>
          </a:solidFill>
        </p:spPr>
        <p:txBody>
          <a:bodyPr tIns="365760"/>
          <a:lstStyle>
            <a:lvl1pPr algn="ctr">
              <a:defRPr/>
            </a:lvl1pPr>
          </a:lstStyle>
          <a:p>
            <a:r>
              <a:rPr lang="en-US"/>
              <a:t>Click icon to add picture</a:t>
            </a:r>
            <a:endParaRPr lang="en-US" dirty="0"/>
          </a:p>
        </p:txBody>
      </p:sp>
      <p:sp>
        <p:nvSpPr>
          <p:cNvPr id="9" name="Picture Placeholder 14">
            <a:extLst>
              <a:ext uri="{FF2B5EF4-FFF2-40B4-BE49-F238E27FC236}">
                <a16:creationId xmlns:a16="http://schemas.microsoft.com/office/drawing/2014/main" id="{AA220CD4-7D0B-916C-42A1-97C04399E704}"/>
              </a:ext>
              <a:ext uri="{C183D7F6-B498-43B3-948B-1728B52AA6E4}">
                <adec:decorative xmlns:adec="http://schemas.microsoft.com/office/drawing/2017/decorative" val="1"/>
              </a:ext>
            </a:extLst>
          </p:cNvPr>
          <p:cNvSpPr>
            <a:spLocks noGrp="1"/>
          </p:cNvSpPr>
          <p:nvPr>
            <p:ph type="pic" sz="quarter" idx="27"/>
          </p:nvPr>
        </p:nvSpPr>
        <p:spPr>
          <a:xfrm>
            <a:off x="6155682" y="4006850"/>
            <a:ext cx="2696610" cy="1927865"/>
          </a:xfrm>
          <a:solidFill>
            <a:schemeClr val="bg1">
              <a:lumMod val="85000"/>
            </a:schemeClr>
          </a:solidFill>
        </p:spPr>
        <p:txBody>
          <a:bodyPr tIns="365760"/>
          <a:lstStyle>
            <a:lvl1pPr algn="ctr">
              <a:defRPr/>
            </a:lvl1pPr>
          </a:lstStyle>
          <a:p>
            <a:r>
              <a:rPr lang="en-US"/>
              <a:t>Click icon to add picture</a:t>
            </a:r>
            <a:endParaRPr lang="en-US" dirty="0"/>
          </a:p>
        </p:txBody>
      </p:sp>
      <p:sp>
        <p:nvSpPr>
          <p:cNvPr id="3" name="Footer Placeholder 4">
            <a:extLst>
              <a:ext uri="{FF2B5EF4-FFF2-40B4-BE49-F238E27FC236}">
                <a16:creationId xmlns:a16="http://schemas.microsoft.com/office/drawing/2014/main" id="{1CE233FD-F166-12B7-E028-644C10A7A496}"/>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endParaRPr lang="en-US" dirty="0"/>
          </a:p>
        </p:txBody>
      </p:sp>
      <p:sp>
        <p:nvSpPr>
          <p:cNvPr id="8" name="Slide Number Placeholder 13">
            <a:extLst>
              <a:ext uri="{FF2B5EF4-FFF2-40B4-BE49-F238E27FC236}">
                <a16:creationId xmlns:a16="http://schemas.microsoft.com/office/drawing/2014/main" id="{6D9BE817-73F1-BA98-D196-7E3B7737E8EF}"/>
              </a:ext>
            </a:extLst>
          </p:cNvPr>
          <p:cNvSpPr>
            <a:spLocks noGrp="1"/>
          </p:cNvSpPr>
          <p:nvPr>
            <p:ph type="sldNum" sz="quarter" idx="4"/>
          </p:nvPr>
        </p:nvSpPr>
        <p:spPr>
          <a:xfrm>
            <a:off x="11526043" y="6491859"/>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sp>
        <p:nvSpPr>
          <p:cNvPr id="2" name="Title 1">
            <a:extLst>
              <a:ext uri="{FF2B5EF4-FFF2-40B4-BE49-F238E27FC236}">
                <a16:creationId xmlns:a16="http://schemas.microsoft.com/office/drawing/2014/main" id="{DA84C67F-7F12-B485-C133-367619428FBC}"/>
              </a:ext>
            </a:extLst>
          </p:cNvPr>
          <p:cNvSpPr>
            <a:spLocks noGrp="1"/>
          </p:cNvSpPr>
          <p:nvPr>
            <p:ph type="title"/>
          </p:nvPr>
        </p:nvSpPr>
        <p:spPr/>
        <p:txBody>
          <a:bodyPr/>
          <a:lstStyle/>
          <a:p>
            <a:r>
              <a:rPr lang="en-US"/>
              <a:t>Click to edit Master title style</a:t>
            </a:r>
            <a:endParaRPr lang="en-GB"/>
          </a:p>
        </p:txBody>
      </p:sp>
      <p:sp>
        <p:nvSpPr>
          <p:cNvPr id="13" name="Content Placeholder 12">
            <a:extLst>
              <a:ext uri="{FF2B5EF4-FFF2-40B4-BE49-F238E27FC236}">
                <a16:creationId xmlns:a16="http://schemas.microsoft.com/office/drawing/2014/main" id="{C4995FEB-FD4F-B089-F6E6-2920F4574AB5}"/>
              </a:ext>
            </a:extLst>
          </p:cNvPr>
          <p:cNvSpPr>
            <a:spLocks noGrp="1"/>
          </p:cNvSpPr>
          <p:nvPr>
            <p:ph sz="quarter" idx="28"/>
          </p:nvPr>
        </p:nvSpPr>
        <p:spPr>
          <a:xfrm>
            <a:off x="3257550" y="1924016"/>
            <a:ext cx="2784475" cy="1965325"/>
          </a:xfrm>
        </p:spPr>
        <p:txBody>
          <a:bodyPr/>
          <a:lstStyle>
            <a:lvl2pPr>
              <a:defRPr>
                <a:latin typeface="+mj-lt"/>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6" name="Content Placeholder 12">
            <a:extLst>
              <a:ext uri="{FF2B5EF4-FFF2-40B4-BE49-F238E27FC236}">
                <a16:creationId xmlns:a16="http://schemas.microsoft.com/office/drawing/2014/main" id="{27422C95-30AE-DA35-26C7-4D859468EE89}"/>
              </a:ext>
            </a:extLst>
          </p:cNvPr>
          <p:cNvSpPr>
            <a:spLocks noGrp="1"/>
          </p:cNvSpPr>
          <p:nvPr>
            <p:ph sz="quarter" idx="29"/>
          </p:nvPr>
        </p:nvSpPr>
        <p:spPr>
          <a:xfrm>
            <a:off x="3257550" y="4006850"/>
            <a:ext cx="2784475" cy="1965325"/>
          </a:xfrm>
        </p:spPr>
        <p:txBody>
          <a:bodyPr/>
          <a:lstStyle>
            <a:lvl2pPr>
              <a:defRPr>
                <a:latin typeface="+mj-lt"/>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7" name="Content Placeholder 12">
            <a:extLst>
              <a:ext uri="{FF2B5EF4-FFF2-40B4-BE49-F238E27FC236}">
                <a16:creationId xmlns:a16="http://schemas.microsoft.com/office/drawing/2014/main" id="{EB8C9608-59D0-BF46-B719-9598B6A020EF}"/>
              </a:ext>
            </a:extLst>
          </p:cNvPr>
          <p:cNvSpPr>
            <a:spLocks noGrp="1"/>
          </p:cNvSpPr>
          <p:nvPr>
            <p:ph sz="quarter" idx="30"/>
          </p:nvPr>
        </p:nvSpPr>
        <p:spPr>
          <a:xfrm>
            <a:off x="9045164" y="1924016"/>
            <a:ext cx="2784475" cy="1965325"/>
          </a:xfrm>
        </p:spPr>
        <p:txBody>
          <a:bodyPr/>
          <a:lstStyle>
            <a:lvl2pPr>
              <a:defRPr>
                <a:latin typeface="+mj-lt"/>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8" name="Content Placeholder 12">
            <a:extLst>
              <a:ext uri="{FF2B5EF4-FFF2-40B4-BE49-F238E27FC236}">
                <a16:creationId xmlns:a16="http://schemas.microsoft.com/office/drawing/2014/main" id="{83B437C6-3E7C-2B00-379C-58EBBE522843}"/>
              </a:ext>
            </a:extLst>
          </p:cNvPr>
          <p:cNvSpPr>
            <a:spLocks noGrp="1"/>
          </p:cNvSpPr>
          <p:nvPr>
            <p:ph sz="quarter" idx="31"/>
          </p:nvPr>
        </p:nvSpPr>
        <p:spPr>
          <a:xfrm>
            <a:off x="9045164" y="4006850"/>
            <a:ext cx="2784475" cy="1965325"/>
          </a:xfrm>
        </p:spPr>
        <p:txBody>
          <a:bodyPr/>
          <a:lstStyle>
            <a:lvl2pPr>
              <a:defRPr>
                <a:latin typeface="+mj-lt"/>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Tree>
    <p:extLst>
      <p:ext uri="{BB962C8B-B14F-4D97-AF65-F5344CB8AC3E}">
        <p14:creationId xmlns:p14="http://schemas.microsoft.com/office/powerpoint/2010/main" val="1242329933"/>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4" name="Footer Placeholder 4">
            <a:extLst>
              <a:ext uri="{FF2B5EF4-FFF2-40B4-BE49-F238E27FC236}">
                <a16:creationId xmlns:a16="http://schemas.microsoft.com/office/drawing/2014/main" id="{E57B29C1-93EA-1886-CD27-23CE023225D9}"/>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endParaRPr lang="en-US" dirty="0"/>
          </a:p>
        </p:txBody>
      </p:sp>
      <p:sp>
        <p:nvSpPr>
          <p:cNvPr id="6" name="Slide Number Placeholder 13">
            <a:extLst>
              <a:ext uri="{FF2B5EF4-FFF2-40B4-BE49-F238E27FC236}">
                <a16:creationId xmlns:a16="http://schemas.microsoft.com/office/drawing/2014/main" id="{D15FEAD4-DFB9-ED08-EBEE-A4E5DE31E318}"/>
              </a:ext>
            </a:extLst>
          </p:cNvPr>
          <p:cNvSpPr>
            <a:spLocks noGrp="1"/>
          </p:cNvSpPr>
          <p:nvPr>
            <p:ph type="sldNum" sz="quarter" idx="4"/>
          </p:nvPr>
        </p:nvSpPr>
        <p:spPr>
          <a:xfrm>
            <a:off x="11526043" y="6491859"/>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sp>
        <p:nvSpPr>
          <p:cNvPr id="2" name="Title 1">
            <a:extLst>
              <a:ext uri="{FF2B5EF4-FFF2-40B4-BE49-F238E27FC236}">
                <a16:creationId xmlns:a16="http://schemas.microsoft.com/office/drawing/2014/main" id="{9049CDF5-8A8F-79F6-E93E-E0A712397C7E}"/>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2367789876"/>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Footer Placeholder 4">
            <a:extLst>
              <a:ext uri="{FF2B5EF4-FFF2-40B4-BE49-F238E27FC236}">
                <a16:creationId xmlns:a16="http://schemas.microsoft.com/office/drawing/2014/main" id="{F688FCD4-650D-9754-A431-CE452572FB6E}"/>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endParaRPr lang="en-US" dirty="0"/>
          </a:p>
        </p:txBody>
      </p:sp>
      <p:sp>
        <p:nvSpPr>
          <p:cNvPr id="5" name="Slide Number Placeholder 13">
            <a:extLst>
              <a:ext uri="{FF2B5EF4-FFF2-40B4-BE49-F238E27FC236}">
                <a16:creationId xmlns:a16="http://schemas.microsoft.com/office/drawing/2014/main" id="{E49962D1-3866-8382-AE37-FC366FF574BC}"/>
              </a:ext>
            </a:extLst>
          </p:cNvPr>
          <p:cNvSpPr>
            <a:spLocks noGrp="1"/>
          </p:cNvSpPr>
          <p:nvPr>
            <p:ph type="sldNum" sz="quarter" idx="4"/>
          </p:nvPr>
        </p:nvSpPr>
        <p:spPr>
          <a:xfrm>
            <a:off x="11526043" y="6491859"/>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spTree>
    <p:extLst>
      <p:ext uri="{BB962C8B-B14F-4D97-AF65-F5344CB8AC3E}">
        <p14:creationId xmlns:p14="http://schemas.microsoft.com/office/powerpoint/2010/main" val="3980964248"/>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Conclusion 1">
    <p:spTree>
      <p:nvGrpSpPr>
        <p:cNvPr id="1" name=""/>
        <p:cNvGrpSpPr/>
        <p:nvPr/>
      </p:nvGrpSpPr>
      <p:grpSpPr>
        <a:xfrm>
          <a:off x="0" y="0"/>
          <a:ext cx="0" cy="0"/>
          <a:chOff x="0" y="0"/>
          <a:chExt cx="0" cy="0"/>
        </a:xfrm>
      </p:grpSpPr>
      <p:pic>
        <p:nvPicPr>
          <p:cNvPr id="9" name="object 2">
            <a:extLst>
              <a:ext uri="{FF2B5EF4-FFF2-40B4-BE49-F238E27FC236}">
                <a16:creationId xmlns:a16="http://schemas.microsoft.com/office/drawing/2014/main" id="{F8F99880-94B3-9D84-6F85-4EE14C59C385}"/>
              </a:ext>
            </a:extLst>
          </p:cNvPr>
          <p:cNvPicPr/>
          <p:nvPr userDrawn="1"/>
        </p:nvPicPr>
        <p:blipFill>
          <a:blip r:embed="rId2" cstate="print"/>
          <a:stretch>
            <a:fillRect/>
          </a:stretch>
        </p:blipFill>
        <p:spPr>
          <a:xfrm>
            <a:off x="0" y="0"/>
            <a:ext cx="12188952" cy="6858000"/>
          </a:xfrm>
          <a:prstGeom prst="rect">
            <a:avLst/>
          </a:prstGeom>
        </p:spPr>
      </p:pic>
      <p:sp>
        <p:nvSpPr>
          <p:cNvPr id="2" name="Title 1">
            <a:extLst>
              <a:ext uri="{FF2B5EF4-FFF2-40B4-BE49-F238E27FC236}">
                <a16:creationId xmlns:a16="http://schemas.microsoft.com/office/drawing/2014/main" id="{5AEF2F32-23D2-85EF-3071-5C6939DCE4A4}"/>
              </a:ext>
            </a:extLst>
          </p:cNvPr>
          <p:cNvSpPr>
            <a:spLocks noGrp="1"/>
          </p:cNvSpPr>
          <p:nvPr>
            <p:ph type="ctrTitle" hasCustomPrompt="1"/>
          </p:nvPr>
        </p:nvSpPr>
        <p:spPr>
          <a:xfrm>
            <a:off x="370062" y="1957033"/>
            <a:ext cx="6629400" cy="1482725"/>
          </a:xfrm>
        </p:spPr>
        <p:txBody>
          <a:bodyPr anchor="t" anchorCtr="0"/>
          <a:lstStyle>
            <a:lvl1pPr algn="l">
              <a:lnSpc>
                <a:spcPct val="80000"/>
              </a:lnSpc>
              <a:spcBef>
                <a:spcPts val="1200"/>
              </a:spcBef>
              <a:defRPr sz="6600"/>
            </a:lvl1pPr>
          </a:lstStyle>
          <a:p>
            <a:r>
              <a:rPr lang="en-US" dirty="0"/>
              <a:t>Click to edit title</a:t>
            </a:r>
          </a:p>
        </p:txBody>
      </p:sp>
      <p:sp>
        <p:nvSpPr>
          <p:cNvPr id="8" name="Subtitle 2">
            <a:extLst>
              <a:ext uri="{FF2B5EF4-FFF2-40B4-BE49-F238E27FC236}">
                <a16:creationId xmlns:a16="http://schemas.microsoft.com/office/drawing/2014/main" id="{569CAC8B-F77D-45CC-57A9-E9AE5795949C}"/>
              </a:ext>
            </a:extLst>
          </p:cNvPr>
          <p:cNvSpPr>
            <a:spLocks noGrp="1"/>
          </p:cNvSpPr>
          <p:nvPr>
            <p:ph type="subTitle" idx="1" hasCustomPrompt="1"/>
          </p:nvPr>
        </p:nvSpPr>
        <p:spPr>
          <a:xfrm>
            <a:off x="5197150" y="4823926"/>
            <a:ext cx="6604325" cy="1655540"/>
          </a:xfrm>
        </p:spPr>
        <p:txBody>
          <a:bodyPr bIns="36576" anchor="b" anchorCtr="0"/>
          <a:lstStyle>
            <a:lvl1pPr marL="0" indent="0" algn="l">
              <a:lnSpc>
                <a:spcPct val="125000"/>
              </a:lnSpc>
              <a:spcBef>
                <a:spcPts val="100"/>
              </a:spcBef>
              <a:spcAft>
                <a:spcPts val="0"/>
              </a:spcAft>
              <a:buNone/>
              <a:defRPr sz="1100" b="0">
                <a:latin typeface="+mn-lt"/>
              </a:defRPr>
            </a:lvl1pPr>
            <a:lvl2pPr marL="0" indent="0" algn="l">
              <a:lnSpc>
                <a:spcPct val="100000"/>
              </a:lnSpc>
              <a:spcBef>
                <a:spcPts val="100"/>
              </a:spcBef>
              <a:buNone/>
              <a:defRPr sz="1400" b="1">
                <a:latin typeface="+mn-lt"/>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legal style</a:t>
            </a:r>
          </a:p>
        </p:txBody>
      </p:sp>
      <p:sp>
        <p:nvSpPr>
          <p:cNvPr id="11" name="TextBox 10">
            <a:extLst>
              <a:ext uri="{FF2B5EF4-FFF2-40B4-BE49-F238E27FC236}">
                <a16:creationId xmlns:a16="http://schemas.microsoft.com/office/drawing/2014/main" id="{A1A70850-E861-F5DA-10A1-A92566AB983E}"/>
              </a:ext>
            </a:extLst>
          </p:cNvPr>
          <p:cNvSpPr txBox="1"/>
          <p:nvPr userDrawn="1"/>
        </p:nvSpPr>
        <p:spPr>
          <a:xfrm>
            <a:off x="368300" y="6216754"/>
            <a:ext cx="987450" cy="276999"/>
          </a:xfrm>
          <a:prstGeom prst="rect">
            <a:avLst/>
          </a:prstGeom>
          <a:noFill/>
        </p:spPr>
        <p:txBody>
          <a:bodyPr wrap="none" lIns="0" tIns="0" rIns="0" bIns="0" rtlCol="0">
            <a:noAutofit/>
          </a:bodyPr>
          <a:lstStyle/>
          <a:p>
            <a:r>
              <a:rPr lang="en-US" sz="1600" b="1" dirty="0">
                <a:solidFill>
                  <a:schemeClr val="tx1"/>
                </a:solidFill>
                <a:latin typeface="+mj-lt"/>
                <a:cs typeface="Arial" panose="020B0604020202020204" pitchFamily="34" charset="0"/>
              </a:rPr>
              <a:t>pwc.com</a:t>
            </a:r>
          </a:p>
        </p:txBody>
      </p:sp>
    </p:spTree>
    <p:extLst>
      <p:ext uri="{BB962C8B-B14F-4D97-AF65-F5344CB8AC3E}">
        <p14:creationId xmlns:p14="http://schemas.microsoft.com/office/powerpoint/2010/main" val="3495544488"/>
      </p:ext>
    </p:extLst>
  </p:cSld>
  <p:clrMapOvr>
    <a:masterClrMapping/>
  </p:clrMapOvr>
  <p:extLst>
    <p:ext uri="{DCECCB84-F9BA-43D5-87BE-67443E8EF086}">
      <p15:sldGuideLst xmlns:p15="http://schemas.microsoft.com/office/powerpoint/2012/main"/>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showMasterSp="0" preserve="1" userDrawn="1">
  <p:cSld name="Conclusion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EF2F32-23D2-85EF-3071-5C6939DCE4A4}"/>
              </a:ext>
            </a:extLst>
          </p:cNvPr>
          <p:cNvSpPr>
            <a:spLocks noGrp="1"/>
          </p:cNvSpPr>
          <p:nvPr>
            <p:ph type="ctrTitle" hasCustomPrompt="1"/>
          </p:nvPr>
        </p:nvSpPr>
        <p:spPr>
          <a:xfrm>
            <a:off x="370062" y="1428750"/>
            <a:ext cx="8520907" cy="1933344"/>
          </a:xfrm>
        </p:spPr>
        <p:txBody>
          <a:bodyPr anchor="b" anchorCtr="0"/>
          <a:lstStyle>
            <a:lvl1pPr algn="l">
              <a:lnSpc>
                <a:spcPct val="80000"/>
              </a:lnSpc>
              <a:spcBef>
                <a:spcPts val="1200"/>
              </a:spcBef>
              <a:defRPr sz="6600">
                <a:solidFill>
                  <a:schemeClr val="tx1"/>
                </a:solidFill>
              </a:defRPr>
            </a:lvl1pPr>
          </a:lstStyle>
          <a:p>
            <a:r>
              <a:rPr lang="en-US" dirty="0"/>
              <a:t>Click to edit title</a:t>
            </a:r>
          </a:p>
        </p:txBody>
      </p:sp>
      <p:sp>
        <p:nvSpPr>
          <p:cNvPr id="8" name="Subtitle 2">
            <a:extLst>
              <a:ext uri="{FF2B5EF4-FFF2-40B4-BE49-F238E27FC236}">
                <a16:creationId xmlns:a16="http://schemas.microsoft.com/office/drawing/2014/main" id="{569CAC8B-F77D-45CC-57A9-E9AE5795949C}"/>
              </a:ext>
            </a:extLst>
          </p:cNvPr>
          <p:cNvSpPr>
            <a:spLocks noGrp="1"/>
          </p:cNvSpPr>
          <p:nvPr>
            <p:ph type="subTitle" idx="1"/>
          </p:nvPr>
        </p:nvSpPr>
        <p:spPr>
          <a:xfrm>
            <a:off x="370062" y="3490335"/>
            <a:ext cx="8520908" cy="1422978"/>
          </a:xfrm>
        </p:spPr>
        <p:txBody>
          <a:bodyPr/>
          <a:lstStyle>
            <a:lvl1pPr marL="0" indent="0" algn="l">
              <a:lnSpc>
                <a:spcPct val="125000"/>
              </a:lnSpc>
              <a:spcBef>
                <a:spcPts val="100"/>
              </a:spcBef>
              <a:spcAft>
                <a:spcPts val="0"/>
              </a:spcAft>
              <a:buNone/>
              <a:defRPr sz="2400" b="1">
                <a:solidFill>
                  <a:schemeClr val="tx1"/>
                </a:solidFill>
                <a:latin typeface="+mn-lt"/>
              </a:defRPr>
            </a:lvl1pPr>
            <a:lvl2pPr marL="0" indent="0" algn="l">
              <a:lnSpc>
                <a:spcPct val="100000"/>
              </a:lnSpc>
              <a:spcBef>
                <a:spcPts val="100"/>
              </a:spcBef>
              <a:buNone/>
              <a:defRPr sz="1400" b="1">
                <a:latin typeface="+mn-lt"/>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1" name="TextBox 10">
            <a:extLst>
              <a:ext uri="{FF2B5EF4-FFF2-40B4-BE49-F238E27FC236}">
                <a16:creationId xmlns:a16="http://schemas.microsoft.com/office/drawing/2014/main" id="{A1A70850-E861-F5DA-10A1-A92566AB983E}"/>
              </a:ext>
            </a:extLst>
          </p:cNvPr>
          <p:cNvSpPr txBox="1"/>
          <p:nvPr userDrawn="1"/>
        </p:nvSpPr>
        <p:spPr>
          <a:xfrm>
            <a:off x="368300" y="6216754"/>
            <a:ext cx="987450" cy="276999"/>
          </a:xfrm>
          <a:prstGeom prst="rect">
            <a:avLst/>
          </a:prstGeom>
          <a:noFill/>
        </p:spPr>
        <p:txBody>
          <a:bodyPr wrap="none" lIns="0" tIns="0" rIns="0" bIns="0" rtlCol="0">
            <a:noAutofit/>
          </a:bodyPr>
          <a:lstStyle/>
          <a:p>
            <a:r>
              <a:rPr lang="en-US" sz="1600" b="1" dirty="0">
                <a:solidFill>
                  <a:schemeClr val="tx1"/>
                </a:solidFill>
                <a:latin typeface="+mj-lt"/>
                <a:cs typeface="Arial" panose="020B0604020202020204" pitchFamily="34" charset="0"/>
              </a:rPr>
              <a:t>pwc.com</a:t>
            </a:r>
          </a:p>
        </p:txBody>
      </p:sp>
    </p:spTree>
    <p:extLst>
      <p:ext uri="{BB962C8B-B14F-4D97-AF65-F5344CB8AC3E}">
        <p14:creationId xmlns:p14="http://schemas.microsoft.com/office/powerpoint/2010/main" val="961864663"/>
      </p:ext>
    </p:extLst>
  </p:cSld>
  <p:clrMapOvr>
    <a:masterClrMapping/>
  </p:clrMapOvr>
  <p:extLst>
    <p:ext uri="{DCECCB84-F9BA-43D5-87BE-67443E8EF086}">
      <p15:sldGuideLst xmlns:p15="http://schemas.microsoft.com/office/powerpoint/2012/main"/>
    </p:ext>
  </p:extLst>
</p:sldLayout>
</file>

<file path=ppt/slideLayouts/slideLayout70.xml><?xml version="1.0" encoding="utf-8"?>
<p:sldLayout xmlns:a="http://schemas.openxmlformats.org/drawingml/2006/main" xmlns:r="http://schemas.openxmlformats.org/officeDocument/2006/relationships" xmlns:p="http://schemas.openxmlformats.org/presentationml/2006/main" showMasterSp="0" preserve="1" userDrawn="1">
  <p:cSld name="Conclusion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EF2F32-23D2-85EF-3071-5C6939DCE4A4}"/>
              </a:ext>
            </a:extLst>
          </p:cNvPr>
          <p:cNvSpPr>
            <a:spLocks noGrp="1"/>
          </p:cNvSpPr>
          <p:nvPr>
            <p:ph type="ctrTitle" hasCustomPrompt="1"/>
          </p:nvPr>
        </p:nvSpPr>
        <p:spPr>
          <a:xfrm>
            <a:off x="370157" y="1957425"/>
            <a:ext cx="5229304" cy="2441537"/>
          </a:xfrm>
        </p:spPr>
        <p:txBody>
          <a:bodyPr anchor="t" anchorCtr="0"/>
          <a:lstStyle>
            <a:lvl1pPr algn="l">
              <a:lnSpc>
                <a:spcPct val="80000"/>
              </a:lnSpc>
              <a:spcBef>
                <a:spcPts val="1200"/>
              </a:spcBef>
              <a:defRPr sz="6600">
                <a:solidFill>
                  <a:schemeClr val="tx1"/>
                </a:solidFill>
              </a:defRPr>
            </a:lvl1pPr>
          </a:lstStyle>
          <a:p>
            <a:r>
              <a:rPr lang="en-US" dirty="0"/>
              <a:t>Click to edit title</a:t>
            </a:r>
          </a:p>
        </p:txBody>
      </p:sp>
      <p:sp>
        <p:nvSpPr>
          <p:cNvPr id="8" name="Subtitle 2">
            <a:extLst>
              <a:ext uri="{FF2B5EF4-FFF2-40B4-BE49-F238E27FC236}">
                <a16:creationId xmlns:a16="http://schemas.microsoft.com/office/drawing/2014/main" id="{569CAC8B-F77D-45CC-57A9-E9AE5795949C}"/>
              </a:ext>
            </a:extLst>
          </p:cNvPr>
          <p:cNvSpPr>
            <a:spLocks noGrp="1"/>
          </p:cNvSpPr>
          <p:nvPr>
            <p:ph type="subTitle" idx="1"/>
          </p:nvPr>
        </p:nvSpPr>
        <p:spPr>
          <a:xfrm>
            <a:off x="6157914" y="1930530"/>
            <a:ext cx="4681536" cy="2441538"/>
          </a:xfrm>
        </p:spPr>
        <p:txBody>
          <a:bodyPr anchor="t" anchorCtr="0"/>
          <a:lstStyle>
            <a:lvl1pPr marL="0" indent="0" algn="l">
              <a:lnSpc>
                <a:spcPct val="125000"/>
              </a:lnSpc>
              <a:spcBef>
                <a:spcPts val="100"/>
              </a:spcBef>
              <a:spcAft>
                <a:spcPts val="0"/>
              </a:spcAft>
              <a:buNone/>
              <a:defRPr sz="2400" b="1">
                <a:solidFill>
                  <a:schemeClr val="tx1"/>
                </a:solidFill>
                <a:latin typeface="+mn-lt"/>
              </a:defRPr>
            </a:lvl1pPr>
            <a:lvl2pPr marL="0" indent="0" algn="l">
              <a:lnSpc>
                <a:spcPct val="100000"/>
              </a:lnSpc>
              <a:spcBef>
                <a:spcPts val="100"/>
              </a:spcBef>
              <a:buNone/>
              <a:defRPr sz="1400" b="1">
                <a:latin typeface="+mn-lt"/>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1" name="TextBox 10">
            <a:extLst>
              <a:ext uri="{FF2B5EF4-FFF2-40B4-BE49-F238E27FC236}">
                <a16:creationId xmlns:a16="http://schemas.microsoft.com/office/drawing/2014/main" id="{A1A70850-E861-F5DA-10A1-A92566AB983E}"/>
              </a:ext>
            </a:extLst>
          </p:cNvPr>
          <p:cNvSpPr txBox="1"/>
          <p:nvPr userDrawn="1"/>
        </p:nvSpPr>
        <p:spPr>
          <a:xfrm>
            <a:off x="370157" y="6216754"/>
            <a:ext cx="987450" cy="276999"/>
          </a:xfrm>
          <a:prstGeom prst="rect">
            <a:avLst/>
          </a:prstGeom>
          <a:noFill/>
        </p:spPr>
        <p:txBody>
          <a:bodyPr wrap="none" lIns="0" tIns="0" rIns="0" bIns="0" rtlCol="0">
            <a:noAutofit/>
          </a:bodyPr>
          <a:lstStyle/>
          <a:p>
            <a:r>
              <a:rPr lang="en-US" sz="1600" b="1" dirty="0">
                <a:solidFill>
                  <a:schemeClr val="tx1"/>
                </a:solidFill>
                <a:latin typeface="+mj-lt"/>
                <a:cs typeface="Arial" panose="020B0604020202020204" pitchFamily="34" charset="0"/>
              </a:rPr>
              <a:t>pwc.com</a:t>
            </a:r>
          </a:p>
        </p:txBody>
      </p:sp>
    </p:spTree>
    <p:extLst>
      <p:ext uri="{BB962C8B-B14F-4D97-AF65-F5344CB8AC3E}">
        <p14:creationId xmlns:p14="http://schemas.microsoft.com/office/powerpoint/2010/main" val="2563232865"/>
      </p:ext>
    </p:extLst>
  </p:cSld>
  <p:clrMapOvr>
    <a:masterClrMapping/>
  </p:clrMapOvr>
  <p:extLst>
    <p:ext uri="{DCECCB84-F9BA-43D5-87BE-67443E8EF086}">
      <p15:sldGuideLst xmlns:p15="http://schemas.microsoft.com/office/powerpoint/2012/main"/>
    </p:ext>
  </p:extLst>
</p:sldLayout>
</file>

<file path=ppt/slideLayouts/slideLayout71.xml><?xml version="1.0" encoding="utf-8"?>
<p:sldLayout xmlns:a="http://schemas.openxmlformats.org/drawingml/2006/main" xmlns:r="http://schemas.openxmlformats.org/officeDocument/2006/relationships" xmlns:p="http://schemas.openxmlformats.org/presentationml/2006/main" showMasterSp="0" preserve="1" userDrawn="1">
  <p:cSld name="Conclusion Photo 1">
    <p:spTree>
      <p:nvGrpSpPr>
        <p:cNvPr id="1" name=""/>
        <p:cNvGrpSpPr/>
        <p:nvPr/>
      </p:nvGrpSpPr>
      <p:grpSpPr>
        <a:xfrm>
          <a:off x="0" y="0"/>
          <a:ext cx="0" cy="0"/>
          <a:chOff x="0" y="0"/>
          <a:chExt cx="0" cy="0"/>
        </a:xfrm>
      </p:grpSpPr>
      <p:sp>
        <p:nvSpPr>
          <p:cNvPr id="5" name="Picture Placeholder 14">
            <a:extLst>
              <a:ext uri="{FF2B5EF4-FFF2-40B4-BE49-F238E27FC236}">
                <a16:creationId xmlns:a16="http://schemas.microsoft.com/office/drawing/2014/main" id="{0978934B-5525-9236-62EF-C2B06F0BCC18}"/>
              </a:ext>
              <a:ext uri="{C183D7F6-B498-43B3-948B-1728B52AA6E4}">
                <adec:decorative xmlns:adec="http://schemas.microsoft.com/office/drawing/2017/decorative" val="1"/>
              </a:ext>
            </a:extLst>
          </p:cNvPr>
          <p:cNvSpPr>
            <a:spLocks noGrp="1"/>
          </p:cNvSpPr>
          <p:nvPr>
            <p:ph type="pic" sz="quarter" idx="11"/>
          </p:nvPr>
        </p:nvSpPr>
        <p:spPr>
          <a:xfrm>
            <a:off x="370062" y="373155"/>
            <a:ext cx="11453638" cy="3516220"/>
          </a:xfrm>
          <a:solidFill>
            <a:schemeClr val="bg2"/>
          </a:solidFill>
        </p:spPr>
        <p:txBody>
          <a:bodyPr tIns="1554480"/>
          <a:lstStyle>
            <a:lvl1pPr algn="ctr">
              <a:defRPr/>
            </a:lvl1pPr>
          </a:lstStyle>
          <a:p>
            <a:r>
              <a:rPr lang="en-US"/>
              <a:t>Click icon to add picture</a:t>
            </a:r>
            <a:endParaRPr lang="en-US" dirty="0"/>
          </a:p>
        </p:txBody>
      </p:sp>
      <p:sp>
        <p:nvSpPr>
          <p:cNvPr id="2" name="Title 1">
            <a:extLst>
              <a:ext uri="{FF2B5EF4-FFF2-40B4-BE49-F238E27FC236}">
                <a16:creationId xmlns:a16="http://schemas.microsoft.com/office/drawing/2014/main" id="{5AEF2F32-23D2-85EF-3071-5C6939DCE4A4}"/>
              </a:ext>
            </a:extLst>
          </p:cNvPr>
          <p:cNvSpPr>
            <a:spLocks noGrp="1"/>
          </p:cNvSpPr>
          <p:nvPr>
            <p:ph type="ctrTitle" hasCustomPrompt="1"/>
          </p:nvPr>
        </p:nvSpPr>
        <p:spPr>
          <a:xfrm>
            <a:off x="370062" y="4437010"/>
            <a:ext cx="5630031" cy="1541462"/>
          </a:xfrm>
        </p:spPr>
        <p:txBody>
          <a:bodyPr anchor="t" anchorCtr="0"/>
          <a:lstStyle>
            <a:lvl1pPr algn="l">
              <a:lnSpc>
                <a:spcPct val="80000"/>
              </a:lnSpc>
              <a:spcBef>
                <a:spcPts val="1200"/>
              </a:spcBef>
              <a:defRPr sz="6600">
                <a:solidFill>
                  <a:schemeClr val="tx1"/>
                </a:solidFill>
              </a:defRPr>
            </a:lvl1pPr>
          </a:lstStyle>
          <a:p>
            <a:r>
              <a:rPr lang="en-US" dirty="0"/>
              <a:t>Click to edit title</a:t>
            </a:r>
          </a:p>
        </p:txBody>
      </p:sp>
      <p:sp>
        <p:nvSpPr>
          <p:cNvPr id="8" name="Subtitle 2">
            <a:extLst>
              <a:ext uri="{FF2B5EF4-FFF2-40B4-BE49-F238E27FC236}">
                <a16:creationId xmlns:a16="http://schemas.microsoft.com/office/drawing/2014/main" id="{569CAC8B-F77D-45CC-57A9-E9AE5795949C}"/>
              </a:ext>
            </a:extLst>
          </p:cNvPr>
          <p:cNvSpPr>
            <a:spLocks noGrp="1"/>
          </p:cNvSpPr>
          <p:nvPr>
            <p:ph type="subTitle" idx="1"/>
          </p:nvPr>
        </p:nvSpPr>
        <p:spPr>
          <a:xfrm>
            <a:off x="7119939" y="4415493"/>
            <a:ext cx="4681536" cy="1541463"/>
          </a:xfrm>
        </p:spPr>
        <p:txBody>
          <a:bodyPr anchor="t" anchorCtr="0"/>
          <a:lstStyle>
            <a:lvl1pPr marL="0" indent="0" algn="l">
              <a:lnSpc>
                <a:spcPct val="125000"/>
              </a:lnSpc>
              <a:spcBef>
                <a:spcPts val="100"/>
              </a:spcBef>
              <a:spcAft>
                <a:spcPts val="0"/>
              </a:spcAft>
              <a:buNone/>
              <a:defRPr sz="2400" b="1">
                <a:solidFill>
                  <a:schemeClr val="tx1"/>
                </a:solidFill>
                <a:latin typeface="+mn-lt"/>
              </a:defRPr>
            </a:lvl1pPr>
            <a:lvl2pPr marL="0" indent="0" algn="l">
              <a:lnSpc>
                <a:spcPct val="100000"/>
              </a:lnSpc>
              <a:spcBef>
                <a:spcPts val="100"/>
              </a:spcBef>
              <a:buNone/>
              <a:defRPr sz="1400" b="1">
                <a:latin typeface="+mn-lt"/>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1" name="TextBox 10">
            <a:extLst>
              <a:ext uri="{FF2B5EF4-FFF2-40B4-BE49-F238E27FC236}">
                <a16:creationId xmlns:a16="http://schemas.microsoft.com/office/drawing/2014/main" id="{A1A70850-E861-F5DA-10A1-A92566AB983E}"/>
              </a:ext>
            </a:extLst>
          </p:cNvPr>
          <p:cNvSpPr txBox="1"/>
          <p:nvPr userDrawn="1"/>
        </p:nvSpPr>
        <p:spPr>
          <a:xfrm>
            <a:off x="368300" y="6216754"/>
            <a:ext cx="987450" cy="276999"/>
          </a:xfrm>
          <a:prstGeom prst="rect">
            <a:avLst/>
          </a:prstGeom>
          <a:noFill/>
        </p:spPr>
        <p:txBody>
          <a:bodyPr wrap="none" lIns="0" tIns="0" rIns="0" bIns="0" rtlCol="0">
            <a:noAutofit/>
          </a:bodyPr>
          <a:lstStyle/>
          <a:p>
            <a:r>
              <a:rPr lang="en-US" sz="1600" b="1" dirty="0">
                <a:solidFill>
                  <a:schemeClr val="tx1"/>
                </a:solidFill>
                <a:latin typeface="+mj-lt"/>
                <a:cs typeface="Arial" panose="020B0604020202020204" pitchFamily="34" charset="0"/>
              </a:rPr>
              <a:t>pwc.com</a:t>
            </a:r>
          </a:p>
        </p:txBody>
      </p:sp>
    </p:spTree>
    <p:extLst>
      <p:ext uri="{BB962C8B-B14F-4D97-AF65-F5344CB8AC3E}">
        <p14:creationId xmlns:p14="http://schemas.microsoft.com/office/powerpoint/2010/main" val="4225202532"/>
      </p:ext>
    </p:extLst>
  </p:cSld>
  <p:clrMapOvr>
    <a:masterClrMapping/>
  </p:clrMapOvr>
  <p:extLst>
    <p:ext uri="{DCECCB84-F9BA-43D5-87BE-67443E8EF086}">
      <p15:sldGuideLst xmlns:p15="http://schemas.microsoft.com/office/powerpoint/2012/main"/>
    </p:ext>
  </p:extLs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Conclusion 5">
    <p:spTree>
      <p:nvGrpSpPr>
        <p:cNvPr id="1" name=""/>
        <p:cNvGrpSpPr/>
        <p:nvPr/>
      </p:nvGrpSpPr>
      <p:grpSpPr>
        <a:xfrm>
          <a:off x="0" y="0"/>
          <a:ext cx="0" cy="0"/>
          <a:chOff x="0" y="0"/>
          <a:chExt cx="0" cy="0"/>
        </a:xfrm>
      </p:grpSpPr>
      <p:pic>
        <p:nvPicPr>
          <p:cNvPr id="3" name="object 2">
            <a:extLst>
              <a:ext uri="{FF2B5EF4-FFF2-40B4-BE49-F238E27FC236}">
                <a16:creationId xmlns:a16="http://schemas.microsoft.com/office/drawing/2014/main" id="{1873B9CA-C271-768C-0B16-88845540153B}"/>
              </a:ext>
            </a:extLst>
          </p:cNvPr>
          <p:cNvPicPr/>
          <p:nvPr userDrawn="1"/>
        </p:nvPicPr>
        <p:blipFill>
          <a:blip r:embed="rId2" cstate="print"/>
          <a:stretch>
            <a:fillRect/>
          </a:stretch>
        </p:blipFill>
        <p:spPr>
          <a:xfrm>
            <a:off x="0" y="0"/>
            <a:ext cx="12188952" cy="6858000"/>
          </a:xfrm>
          <a:prstGeom prst="rect">
            <a:avLst/>
          </a:prstGeom>
        </p:spPr>
      </p:pic>
      <p:sp>
        <p:nvSpPr>
          <p:cNvPr id="6" name="TextBox 5">
            <a:extLst>
              <a:ext uri="{FF2B5EF4-FFF2-40B4-BE49-F238E27FC236}">
                <a16:creationId xmlns:a16="http://schemas.microsoft.com/office/drawing/2014/main" id="{0556A229-FEBB-D152-453C-CB7311E22927}"/>
              </a:ext>
            </a:extLst>
          </p:cNvPr>
          <p:cNvSpPr txBox="1"/>
          <p:nvPr userDrawn="1"/>
        </p:nvSpPr>
        <p:spPr>
          <a:xfrm>
            <a:off x="368300" y="6216754"/>
            <a:ext cx="987450" cy="276999"/>
          </a:xfrm>
          <a:prstGeom prst="rect">
            <a:avLst/>
          </a:prstGeom>
          <a:noFill/>
        </p:spPr>
        <p:txBody>
          <a:bodyPr wrap="none" lIns="0" tIns="0" rIns="0" bIns="0" rtlCol="0">
            <a:noAutofit/>
          </a:bodyPr>
          <a:lstStyle/>
          <a:p>
            <a:r>
              <a:rPr lang="en-US" sz="1600" b="1" dirty="0">
                <a:solidFill>
                  <a:schemeClr val="tx1"/>
                </a:solidFill>
                <a:latin typeface="+mj-lt"/>
                <a:cs typeface="Arial" panose="020B0604020202020204" pitchFamily="34" charset="0"/>
              </a:rPr>
              <a:t>pwc.com</a:t>
            </a:r>
          </a:p>
        </p:txBody>
      </p:sp>
      <p:sp>
        <p:nvSpPr>
          <p:cNvPr id="4" name="Title 3">
            <a:extLst>
              <a:ext uri="{FF2B5EF4-FFF2-40B4-BE49-F238E27FC236}">
                <a16:creationId xmlns:a16="http://schemas.microsoft.com/office/drawing/2014/main" id="{04760CE5-544A-F30C-8082-D31FCC54B7F2}"/>
              </a:ext>
            </a:extLst>
          </p:cNvPr>
          <p:cNvSpPr>
            <a:spLocks noGrp="1"/>
          </p:cNvSpPr>
          <p:nvPr>
            <p:ph type="title"/>
          </p:nvPr>
        </p:nvSpPr>
        <p:spPr/>
        <p:txBody>
          <a:bodyPr/>
          <a:lstStyle/>
          <a:p>
            <a:r>
              <a:rPr lang="en-US"/>
              <a:t>Click to edit Master title style</a:t>
            </a:r>
            <a:endParaRPr lang="en-GB"/>
          </a:p>
        </p:txBody>
      </p:sp>
      <p:sp>
        <p:nvSpPr>
          <p:cNvPr id="7" name="Content Placeholder 6">
            <a:extLst>
              <a:ext uri="{FF2B5EF4-FFF2-40B4-BE49-F238E27FC236}">
                <a16:creationId xmlns:a16="http://schemas.microsoft.com/office/drawing/2014/main" id="{B125B3EF-B02C-F8B5-CF3D-C9F9193AA5BE}"/>
              </a:ext>
            </a:extLst>
          </p:cNvPr>
          <p:cNvSpPr>
            <a:spLocks noGrp="1"/>
          </p:cNvSpPr>
          <p:nvPr>
            <p:ph sz="quarter" idx="10"/>
          </p:nvPr>
        </p:nvSpPr>
        <p:spPr>
          <a:xfrm>
            <a:off x="368300" y="1924050"/>
            <a:ext cx="8523288" cy="4048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3680461558"/>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slideLayout" Target="../slideLayouts/slideLayout36.xml"/><Relationship Id="rId37" Type="http://schemas.openxmlformats.org/officeDocument/2006/relationships/slideLayout" Target="../slideLayouts/slideLayout37.xml"/><Relationship Id="rId38" Type="http://schemas.openxmlformats.org/officeDocument/2006/relationships/slideLayout" Target="../slideLayouts/slideLayout38.xml"/><Relationship Id="rId39" Type="http://schemas.openxmlformats.org/officeDocument/2006/relationships/slideLayout" Target="../slideLayouts/slideLayout39.xml"/><Relationship Id="rId40" Type="http://schemas.openxmlformats.org/officeDocument/2006/relationships/slideLayout" Target="../slideLayouts/slideLayout40.xml"/><Relationship Id="rId41" Type="http://schemas.openxmlformats.org/officeDocument/2006/relationships/slideLayout" Target="../slideLayouts/slideLayout41.xml"/><Relationship Id="rId42" Type="http://schemas.openxmlformats.org/officeDocument/2006/relationships/slideLayout" Target="../slideLayouts/slideLayout42.xml"/><Relationship Id="rId43" Type="http://schemas.openxmlformats.org/officeDocument/2006/relationships/slideLayout" Target="../slideLayouts/slideLayout43.xml"/><Relationship Id="rId44" Type="http://schemas.openxmlformats.org/officeDocument/2006/relationships/slideLayout" Target="../slideLayouts/slideLayout44.xml"/><Relationship Id="rId45" Type="http://schemas.openxmlformats.org/officeDocument/2006/relationships/slideLayout" Target="../slideLayouts/slideLayout45.xml"/><Relationship Id="rId46" Type="http://schemas.openxmlformats.org/officeDocument/2006/relationships/slideLayout" Target="../slideLayouts/slideLayout46.xml"/><Relationship Id="rId47" Type="http://schemas.openxmlformats.org/officeDocument/2006/relationships/slideLayout" Target="../slideLayouts/slideLayout47.xml"/><Relationship Id="rId48" Type="http://schemas.openxmlformats.org/officeDocument/2006/relationships/slideLayout" Target="../slideLayouts/slideLayout48.xml"/><Relationship Id="rId49" Type="http://schemas.openxmlformats.org/officeDocument/2006/relationships/slideLayout" Target="../slideLayouts/slideLayout49.xml"/><Relationship Id="rId50" Type="http://schemas.openxmlformats.org/officeDocument/2006/relationships/slideLayout" Target="../slideLayouts/slideLayout50.xml"/><Relationship Id="rId51" Type="http://schemas.openxmlformats.org/officeDocument/2006/relationships/slideLayout" Target="../slideLayouts/slideLayout51.xml"/><Relationship Id="rId52" Type="http://schemas.openxmlformats.org/officeDocument/2006/relationships/slideLayout" Target="../slideLayouts/slideLayout52.xml"/><Relationship Id="rId53" Type="http://schemas.openxmlformats.org/officeDocument/2006/relationships/slideLayout" Target="../slideLayouts/slideLayout53.xml"/><Relationship Id="rId54" Type="http://schemas.openxmlformats.org/officeDocument/2006/relationships/slideLayout" Target="../slideLayouts/slideLayout54.xml"/><Relationship Id="rId55" Type="http://schemas.openxmlformats.org/officeDocument/2006/relationships/slideLayout" Target="../slideLayouts/slideLayout55.xml"/><Relationship Id="rId56" Type="http://schemas.openxmlformats.org/officeDocument/2006/relationships/slideLayout" Target="../slideLayouts/slideLayout56.xml"/><Relationship Id="rId57" Type="http://schemas.openxmlformats.org/officeDocument/2006/relationships/slideLayout" Target="../slideLayouts/slideLayout57.xml"/><Relationship Id="rId58" Type="http://schemas.openxmlformats.org/officeDocument/2006/relationships/slideLayout" Target="../slideLayouts/slideLayout58.xml"/><Relationship Id="rId59" Type="http://schemas.openxmlformats.org/officeDocument/2006/relationships/slideLayout" Target="../slideLayouts/slideLayout59.xml"/><Relationship Id="rId60" Type="http://schemas.openxmlformats.org/officeDocument/2006/relationships/slideLayout" Target="../slideLayouts/slideLayout60.xml"/><Relationship Id="rId61" Type="http://schemas.openxmlformats.org/officeDocument/2006/relationships/slideLayout" Target="../slideLayouts/slideLayout61.xml"/><Relationship Id="rId62" Type="http://schemas.openxmlformats.org/officeDocument/2006/relationships/slideLayout" Target="../slideLayouts/slideLayout62.xml"/><Relationship Id="rId63" Type="http://schemas.openxmlformats.org/officeDocument/2006/relationships/slideLayout" Target="../slideLayouts/slideLayout63.xml"/><Relationship Id="rId64" Type="http://schemas.openxmlformats.org/officeDocument/2006/relationships/slideLayout" Target="../slideLayouts/slideLayout64.xml"/><Relationship Id="rId65" Type="http://schemas.openxmlformats.org/officeDocument/2006/relationships/slideLayout" Target="../slideLayouts/slideLayout65.xml"/><Relationship Id="rId66" Type="http://schemas.openxmlformats.org/officeDocument/2006/relationships/slideLayout" Target="../slideLayouts/slideLayout66.xml"/><Relationship Id="rId67" Type="http://schemas.openxmlformats.org/officeDocument/2006/relationships/slideLayout" Target="../slideLayouts/slideLayout67.xml"/><Relationship Id="rId68" Type="http://schemas.openxmlformats.org/officeDocument/2006/relationships/slideLayout" Target="../slideLayouts/slideLayout68.xml"/><Relationship Id="rId69" Type="http://schemas.openxmlformats.org/officeDocument/2006/relationships/slideLayout" Target="../slideLayouts/slideLayout69.xml"/><Relationship Id="rId70" Type="http://schemas.openxmlformats.org/officeDocument/2006/relationships/slideLayout" Target="../slideLayouts/slideLayout70.xml"/><Relationship Id="rId71" Type="http://schemas.openxmlformats.org/officeDocument/2006/relationships/slideLayout" Target="../slideLayouts/slideLayout71.xml"/><Relationship Id="rId72" Type="http://schemas.openxmlformats.org/officeDocument/2006/relationships/slideLayout" Target="../slideLayouts/slideLayout72.xml"/><Relationship Id="rId7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F494A4F-D3DB-0774-9A49-3731CB00A89B}"/>
              </a:ext>
            </a:extLst>
          </p:cNvPr>
          <p:cNvSpPr>
            <a:spLocks noGrp="1"/>
          </p:cNvSpPr>
          <p:nvPr>
            <p:ph type="title"/>
          </p:nvPr>
        </p:nvSpPr>
        <p:spPr>
          <a:xfrm>
            <a:off x="370586" y="368301"/>
            <a:ext cx="11453114" cy="927100"/>
          </a:xfrm>
          <a:prstGeom prst="rect">
            <a:avLst/>
          </a:prstGeom>
        </p:spPr>
        <p:txBody>
          <a:bodyPr vert="horz" lIns="0" tIns="0" rIns="0" bIns="0" rtlCol="0" anchor="t" anchorCtr="0">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C66E56D0-2D08-E67F-5DF1-B3B408351D90}"/>
              </a:ext>
            </a:extLst>
          </p:cNvPr>
          <p:cNvSpPr>
            <a:spLocks noGrp="1"/>
          </p:cNvSpPr>
          <p:nvPr>
            <p:ph type="body" idx="1"/>
          </p:nvPr>
        </p:nvSpPr>
        <p:spPr>
          <a:xfrm>
            <a:off x="368299" y="1924050"/>
            <a:ext cx="6638925" cy="4048125"/>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5" name="TextBox 74">
            <a:extLst>
              <a:ext uri="{FF2B5EF4-FFF2-40B4-BE49-F238E27FC236}">
                <a16:creationId xmlns:a16="http://schemas.microsoft.com/office/drawing/2014/main" id="{C49942D6-F832-B4B1-76C2-4932E26F77DC}"/>
              </a:ext>
            </a:extLst>
          </p:cNvPr>
          <p:cNvSpPr txBox="1"/>
          <p:nvPr userDrawn="1"/>
        </p:nvSpPr>
        <p:spPr>
          <a:xfrm>
            <a:off x="368300" y="6491091"/>
            <a:ext cx="431483" cy="161583"/>
          </a:xfrm>
          <a:prstGeom prst="rect">
            <a:avLst/>
          </a:prstGeom>
          <a:noFill/>
        </p:spPr>
        <p:txBody>
          <a:bodyPr wrap="square" lIns="0" tIns="0" rIns="0" bIns="0" rtlCol="0">
            <a:spAutoFit/>
          </a:bodyPr>
          <a:lstStyle/>
          <a:p>
            <a:pPr algn="l"/>
            <a:r>
              <a:rPr lang="en-US" sz="1050" b="1" dirty="0">
                <a:solidFill>
                  <a:schemeClr val="tx1"/>
                </a:solidFill>
              </a:rPr>
              <a:t>PwC</a:t>
            </a:r>
          </a:p>
        </p:txBody>
      </p:sp>
      <p:sp>
        <p:nvSpPr>
          <p:cNvPr id="9" name="Slide Number Placeholder 13">
            <a:extLst>
              <a:ext uri="{FF2B5EF4-FFF2-40B4-BE49-F238E27FC236}">
                <a16:creationId xmlns:a16="http://schemas.microsoft.com/office/drawing/2014/main" id="{E24FE0F2-07AD-8A4E-A9FB-C7018A821F6E}"/>
              </a:ext>
            </a:extLst>
          </p:cNvPr>
          <p:cNvSpPr>
            <a:spLocks noGrp="1"/>
          </p:cNvSpPr>
          <p:nvPr>
            <p:ph type="sldNum" sz="quarter" idx="4"/>
          </p:nvPr>
        </p:nvSpPr>
        <p:spPr>
          <a:xfrm>
            <a:off x="11525491" y="6494266"/>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sp>
        <p:nvSpPr>
          <p:cNvPr id="4" name="Footer Placeholder 3">
            <a:extLst>
              <a:ext uri="{FF2B5EF4-FFF2-40B4-BE49-F238E27FC236}">
                <a16:creationId xmlns:a16="http://schemas.microsoft.com/office/drawing/2014/main" id="{5EEEAD2A-5ED7-F858-B9B2-69E7AAFC8AA3}"/>
              </a:ext>
            </a:extLst>
          </p:cNvPr>
          <p:cNvSpPr>
            <a:spLocks noGrp="1"/>
          </p:cNvSpPr>
          <p:nvPr>
            <p:ph type="ftr" sz="quarter" idx="3"/>
          </p:nvPr>
        </p:nvSpPr>
        <p:spPr>
          <a:xfrm>
            <a:off x="1050202" y="6489700"/>
            <a:ext cx="7103198" cy="231775"/>
          </a:xfrm>
          <a:prstGeom prst="rect">
            <a:avLst/>
          </a:prstGeom>
        </p:spPr>
        <p:txBody>
          <a:bodyPr vert="horz" lIns="91440" tIns="45720" rIns="91440" bIns="45720" rtlCol="0" anchor="ctr"/>
          <a:lstStyle>
            <a:lvl1pPr algn="ctr">
              <a:defRPr sz="1200">
                <a:solidFill>
                  <a:schemeClr val="tx1"/>
                </a:solidFill>
              </a:defRPr>
            </a:lvl1pPr>
          </a:lstStyle>
          <a:p>
            <a:pPr algn="l"/>
            <a:r>
              <a:rPr lang="en-US"/>
              <a:t>Presentation title</a:t>
            </a:r>
            <a:endParaRPr lang="en-US" sz="1200" dirty="0"/>
          </a:p>
        </p:txBody>
      </p:sp>
      <p:sp>
        <p:nvSpPr>
          <p:cNvPr id="5" name="TextBox 4">
            <a:extLst>
              <a:ext uri="{FF2B5EF4-FFF2-40B4-BE49-F238E27FC236}">
                <a16:creationId xmlns:a16="http://schemas.microsoft.com/office/drawing/2014/main" id="{74057E98-9115-FBC2-41C7-0C76408D5126}"/>
              </a:ext>
            </a:extLst>
          </p:cNvPr>
          <p:cNvSpPr txBox="1"/>
          <p:nvPr userDrawn="1"/>
        </p:nvSpPr>
        <p:spPr>
          <a:xfrm>
            <a:off x="1539089" y="6491091"/>
            <a:ext cx="1530036" cy="366909"/>
          </a:xfrm>
          <a:prstGeom prst="rect">
            <a:avLst/>
          </a:prstGeom>
          <a:noFill/>
        </p:spPr>
        <p:txBody>
          <a:bodyPr wrap="square" lIns="0" tIns="0" rIns="0" bIns="0" rtlCol="0">
            <a:noAutofit/>
          </a:bodyPr>
          <a:lstStyle/>
          <a:p>
            <a:pPr algn="l"/>
            <a:endParaRPr lang="en-US" sz="1600" dirty="0" err="1">
              <a:latin typeface="+mj-lt"/>
            </a:endParaRPr>
          </a:p>
        </p:txBody>
      </p:sp>
    </p:spTree>
    <p:extLst>
      <p:ext uri="{BB962C8B-B14F-4D97-AF65-F5344CB8AC3E}">
        <p14:creationId xmlns:p14="http://schemas.microsoft.com/office/powerpoint/2010/main" val="1643058329"/>
      </p:ext>
    </p:extLst>
  </p:cSld>
  <p:clrMap bg1="lt1" tx1="dk1" bg2="lt2" tx2="dk2" accent1="accent1" accent2="accent2" accent3="accent3" accent4="accent4" accent5="accent5" accent6="accent6" hlink="hlink" folHlink="folHlink"/>
  <p:sldLayoutIdLst>
    <p:sldLayoutId id="2147483747" r:id="rId1"/>
    <p:sldLayoutId id="2147483748" r:id="rId2"/>
    <p:sldLayoutId id="2147483683" r:id="rId3"/>
    <p:sldLayoutId id="2147483743" r:id="rId4"/>
    <p:sldLayoutId id="2147483745" r:id="rId5"/>
    <p:sldLayoutId id="2147483746" r:id="rId6"/>
    <p:sldLayoutId id="2147483651" r:id="rId7"/>
    <p:sldLayoutId id="2147483659" r:id="rId8"/>
    <p:sldLayoutId id="2147483660" r:id="rId9"/>
    <p:sldLayoutId id="2147483733" r:id="rId10"/>
    <p:sldLayoutId id="2147483738" r:id="rId11"/>
    <p:sldLayoutId id="2147483739" r:id="rId12"/>
    <p:sldLayoutId id="2147483741" r:id="rId13"/>
    <p:sldLayoutId id="2147483740" r:id="rId14"/>
    <p:sldLayoutId id="2147483696" r:id="rId15"/>
    <p:sldLayoutId id="2147483697" r:id="rId16"/>
    <p:sldLayoutId id="2147483723" r:id="rId17"/>
    <p:sldLayoutId id="2147483724" r:id="rId18"/>
    <p:sldLayoutId id="2147483702" r:id="rId19"/>
    <p:sldLayoutId id="2147483752" r:id="rId20"/>
    <p:sldLayoutId id="2147483684" r:id="rId21"/>
    <p:sldLayoutId id="2147483753" r:id="rId22"/>
    <p:sldLayoutId id="2147483703" r:id="rId23"/>
    <p:sldLayoutId id="2147483704" r:id="rId24"/>
    <p:sldLayoutId id="2147483705" r:id="rId25"/>
    <p:sldLayoutId id="2147483685" r:id="rId26"/>
    <p:sldLayoutId id="2147483754" r:id="rId27"/>
    <p:sldLayoutId id="2147483706" r:id="rId28"/>
    <p:sldLayoutId id="2147483719" r:id="rId29"/>
    <p:sldLayoutId id="2147483717" r:id="rId30"/>
    <p:sldLayoutId id="2147483718" r:id="rId31"/>
    <p:sldLayoutId id="2147483707" r:id="rId32"/>
    <p:sldLayoutId id="2147483708" r:id="rId33"/>
    <p:sldLayoutId id="2147483709" r:id="rId34"/>
    <p:sldLayoutId id="2147483686" r:id="rId35"/>
    <p:sldLayoutId id="2147483755" r:id="rId36"/>
    <p:sldLayoutId id="2147483722" r:id="rId37"/>
    <p:sldLayoutId id="2147483721" r:id="rId38"/>
    <p:sldLayoutId id="2147483714" r:id="rId39"/>
    <p:sldLayoutId id="2147483710" r:id="rId40"/>
    <p:sldLayoutId id="2147483711" r:id="rId41"/>
    <p:sldLayoutId id="2147483687" r:id="rId42"/>
    <p:sldLayoutId id="2147483756" r:id="rId43"/>
    <p:sldLayoutId id="2147483713" r:id="rId44"/>
    <p:sldLayoutId id="2147483662" r:id="rId45"/>
    <p:sldLayoutId id="2147483699" r:id="rId46"/>
    <p:sldLayoutId id="2147483689" r:id="rId47"/>
    <p:sldLayoutId id="2147483664" r:id="rId48"/>
    <p:sldLayoutId id="2147483690" r:id="rId49"/>
    <p:sldLayoutId id="2147483691" r:id="rId50"/>
    <p:sldLayoutId id="2147483692" r:id="rId51"/>
    <p:sldLayoutId id="2147483671" r:id="rId52"/>
    <p:sldLayoutId id="2147483700" r:id="rId53"/>
    <p:sldLayoutId id="2147483701" r:id="rId54"/>
    <p:sldLayoutId id="2147483693" r:id="rId55"/>
    <p:sldLayoutId id="2147483694" r:id="rId56"/>
    <p:sldLayoutId id="2147483673" r:id="rId57"/>
    <p:sldLayoutId id="2147483676" r:id="rId58"/>
    <p:sldLayoutId id="2147483715" r:id="rId59"/>
    <p:sldLayoutId id="2147483716" r:id="rId60"/>
    <p:sldLayoutId id="2147483678" r:id="rId61"/>
    <p:sldLayoutId id="2147483679" r:id="rId62"/>
    <p:sldLayoutId id="2147483680" r:id="rId63"/>
    <p:sldLayoutId id="2147483666" r:id="rId64"/>
    <p:sldLayoutId id="2147483720" r:id="rId65"/>
    <p:sldLayoutId id="2147483654" r:id="rId66"/>
    <p:sldLayoutId id="2147483655" r:id="rId67"/>
    <p:sldLayoutId id="2147483681" r:id="rId68"/>
    <p:sldLayoutId id="2147483725" r:id="rId69"/>
    <p:sldLayoutId id="2147483726" r:id="rId70"/>
    <p:sldLayoutId id="2147483727" r:id="rId71"/>
    <p:sldLayoutId id="2147483742" r:id="rId72"/>
  </p:sldLayoutIdLst>
  <p:hf hdr="0"/>
  <p:txStyles>
    <p:titleStyle>
      <a:lvl1pPr algn="l" defTabSz="914400" rtl="0" eaLnBrk="1" latinLnBrk="0" hangingPunct="1">
        <a:lnSpc>
          <a:spcPct val="90000"/>
        </a:lnSpc>
        <a:spcBef>
          <a:spcPct val="0"/>
        </a:spcBef>
        <a:buNone/>
        <a:defRPr sz="2800" b="0" kern="1200">
          <a:solidFill>
            <a:schemeClr val="tx1"/>
          </a:solidFill>
          <a:latin typeface="+mj-lt"/>
          <a:ea typeface="+mj-ea"/>
          <a:cs typeface="+mj-cs"/>
        </a:defRPr>
      </a:lvl1pPr>
    </p:titleStyle>
    <p:bodyStyle>
      <a:lvl1pPr marL="0" indent="0" algn="l" defTabSz="914400" rtl="0" eaLnBrk="1" latinLnBrk="0" hangingPunct="1">
        <a:lnSpc>
          <a:spcPct val="100000"/>
        </a:lnSpc>
        <a:spcBef>
          <a:spcPts val="600"/>
        </a:spcBef>
        <a:spcAft>
          <a:spcPts val="1000"/>
        </a:spcAft>
        <a:buFont typeface="Arial" panose="020B0604020202020204" pitchFamily="34" charset="0"/>
        <a:buNone/>
        <a:defRPr sz="1500" b="1" kern="1200">
          <a:solidFill>
            <a:schemeClr val="tx1"/>
          </a:solidFill>
          <a:latin typeface="+mn-lt"/>
          <a:ea typeface="+mn-ea"/>
          <a:cs typeface="+mn-cs"/>
        </a:defRPr>
      </a:lvl1pPr>
      <a:lvl2pPr marL="0" indent="0" algn="l" defTabSz="914400" rtl="0" eaLnBrk="1" latinLnBrk="0" hangingPunct="1">
        <a:lnSpc>
          <a:spcPct val="125000"/>
        </a:lnSpc>
        <a:spcBef>
          <a:spcPts val="0"/>
        </a:spcBef>
        <a:spcAft>
          <a:spcPts val="600"/>
        </a:spcAft>
        <a:buFont typeface="Arial" panose="020B0604020202020204" pitchFamily="34" charset="0"/>
        <a:buNone/>
        <a:defRPr sz="1200" kern="1200">
          <a:solidFill>
            <a:schemeClr val="tx1"/>
          </a:solidFill>
          <a:latin typeface="+mn-lt"/>
          <a:ea typeface="+mn-ea"/>
          <a:cs typeface="+mn-cs"/>
        </a:defRPr>
      </a:lvl2pPr>
      <a:lvl3pPr marL="171450" indent="-171450" algn="l" defTabSz="914400" rtl="0" eaLnBrk="1" latinLnBrk="0" hangingPunct="1">
        <a:lnSpc>
          <a:spcPct val="125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3pPr>
      <a:lvl4pPr marL="344488" indent="-173038" algn="l" defTabSz="914400" rtl="0" eaLnBrk="1" latinLnBrk="0" hangingPunct="1">
        <a:lnSpc>
          <a:spcPct val="125000"/>
        </a:lnSpc>
        <a:spcBef>
          <a:spcPts val="0"/>
        </a:spcBef>
        <a:spcAft>
          <a:spcPts val="600"/>
        </a:spcAft>
        <a:buFont typeface="Georgia" panose="02040502050405020303" pitchFamily="18" charset="0"/>
        <a:buChar char="–"/>
        <a:defRPr sz="1200" kern="1200">
          <a:solidFill>
            <a:schemeClr val="tx1"/>
          </a:solidFill>
          <a:latin typeface="+mn-lt"/>
          <a:ea typeface="+mn-ea"/>
          <a:cs typeface="+mn-cs"/>
        </a:defRPr>
      </a:lvl4pPr>
      <a:lvl5pPr marL="515938" indent="-171450" algn="l" defTabSz="914400" rtl="0" eaLnBrk="1" latinLnBrk="0" hangingPunct="1">
        <a:lnSpc>
          <a:spcPct val="125000"/>
        </a:lnSpc>
        <a:spcBef>
          <a:spcPts val="0"/>
        </a:spcBef>
        <a:spcAft>
          <a:spcPts val="600"/>
        </a:spcAft>
        <a:buFont typeface="Wingdings" panose="05000000000000000000" pitchFamily="2" charset="2"/>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32" userDrawn="1">
          <p15:clr>
            <a:srgbClr val="F26B43"/>
          </p15:clr>
        </p15:guide>
        <p15:guide id="3" pos="232" userDrawn="1">
          <p15:clr>
            <a:srgbClr val="F26B43"/>
          </p15:clr>
        </p15:guide>
        <p15:guide id="4" pos="7448" userDrawn="1">
          <p15:clr>
            <a:srgbClr val="F26B43"/>
          </p15:clr>
        </p15:guide>
        <p15:guide id="11" orient="horz" pos="4088" userDrawn="1">
          <p15:clr>
            <a:srgbClr val="F26B43"/>
          </p15:clr>
        </p15:guide>
        <p15:guide id="12" pos="778" userDrawn="1">
          <p15:clr>
            <a:srgbClr val="F26B43"/>
          </p15:clr>
        </p15:guide>
        <p15:guide id="13" pos="840" userDrawn="1">
          <p15:clr>
            <a:srgbClr val="F26B43"/>
          </p15:clr>
        </p15:guide>
        <p15:guide id="14" pos="1378" userDrawn="1">
          <p15:clr>
            <a:srgbClr val="F26B43"/>
          </p15:clr>
        </p15:guide>
        <p15:guide id="15" pos="1446" userDrawn="1">
          <p15:clr>
            <a:srgbClr val="F26B43"/>
          </p15:clr>
        </p15:guide>
        <p15:guide id="16" pos="1986" userDrawn="1">
          <p15:clr>
            <a:srgbClr val="F26B43"/>
          </p15:clr>
        </p15:guide>
        <p15:guide id="17" pos="2052" userDrawn="1">
          <p15:clr>
            <a:srgbClr val="F26B43"/>
          </p15:clr>
        </p15:guide>
        <p15:guide id="18" pos="2592" userDrawn="1">
          <p15:clr>
            <a:srgbClr val="F26B43"/>
          </p15:clr>
        </p15:guide>
        <p15:guide id="19" pos="2662" userDrawn="1">
          <p15:clr>
            <a:srgbClr val="F26B43"/>
          </p15:clr>
        </p15:guide>
        <p15:guide id="20" pos="3200" userDrawn="1">
          <p15:clr>
            <a:srgbClr val="F26B43"/>
          </p15:clr>
        </p15:guide>
        <p15:guide id="21" pos="3266" userDrawn="1">
          <p15:clr>
            <a:srgbClr val="F26B43"/>
          </p15:clr>
        </p15:guide>
        <p15:guide id="22" pos="3806" userDrawn="1">
          <p15:clr>
            <a:srgbClr val="F26B43"/>
          </p15:clr>
        </p15:guide>
        <p15:guide id="23" pos="3874" userDrawn="1">
          <p15:clr>
            <a:srgbClr val="F26B43"/>
          </p15:clr>
        </p15:guide>
        <p15:guide id="24" pos="4414" userDrawn="1">
          <p15:clr>
            <a:srgbClr val="F26B43"/>
          </p15:clr>
        </p15:guide>
        <p15:guide id="25" pos="5018" userDrawn="1">
          <p15:clr>
            <a:srgbClr val="F26B43"/>
          </p15:clr>
        </p15:guide>
        <p15:guide id="26" pos="4480" userDrawn="1">
          <p15:clr>
            <a:srgbClr val="F26B43"/>
          </p15:clr>
        </p15:guide>
        <p15:guide id="27" pos="5086" userDrawn="1">
          <p15:clr>
            <a:srgbClr val="F26B43"/>
          </p15:clr>
        </p15:guide>
        <p15:guide id="28" pos="5626" userDrawn="1">
          <p15:clr>
            <a:srgbClr val="F26B43"/>
          </p15:clr>
        </p15:guide>
        <p15:guide id="29" pos="5694" userDrawn="1">
          <p15:clr>
            <a:srgbClr val="F26B43"/>
          </p15:clr>
        </p15:guide>
        <p15:guide id="30" pos="6232" userDrawn="1">
          <p15:clr>
            <a:srgbClr val="F26B43"/>
          </p15:clr>
        </p15:guide>
        <p15:guide id="31" pos="6300" userDrawn="1">
          <p15:clr>
            <a:srgbClr val="F26B43"/>
          </p15:clr>
        </p15:guide>
        <p15:guide id="32" pos="6840" userDrawn="1">
          <p15:clr>
            <a:srgbClr val="F26B43"/>
          </p15:clr>
        </p15:guide>
        <p15:guide id="33" pos="6908" userDrawn="1">
          <p15:clr>
            <a:srgbClr val="F26B43"/>
          </p15:clr>
        </p15:guide>
        <p15:guide id="34" orient="horz" pos="488" userDrawn="1">
          <p15:clr>
            <a:srgbClr val="F26B43"/>
          </p15:clr>
        </p15:guide>
        <p15:guide id="35" orient="horz" pos="560" userDrawn="1">
          <p15:clr>
            <a:srgbClr val="F26B43"/>
          </p15:clr>
        </p15:guide>
        <p15:guide id="36" orient="horz" pos="816" userDrawn="1">
          <p15:clr>
            <a:srgbClr val="F26B43"/>
          </p15:clr>
        </p15:guide>
        <p15:guide id="37" orient="horz" pos="886" userDrawn="1">
          <p15:clr>
            <a:srgbClr val="F26B43"/>
          </p15:clr>
        </p15:guide>
        <p15:guide id="38" orient="horz" pos="1144" userDrawn="1">
          <p15:clr>
            <a:srgbClr val="F26B43"/>
          </p15:clr>
        </p15:guide>
        <p15:guide id="39" orient="horz" pos="1212" userDrawn="1">
          <p15:clr>
            <a:srgbClr val="F26B43"/>
          </p15:clr>
        </p15:guide>
        <p15:guide id="40" orient="horz" pos="1472" userDrawn="1">
          <p15:clr>
            <a:srgbClr val="F26B43"/>
          </p15:clr>
        </p15:guide>
        <p15:guide id="41" orient="horz" pos="1798" userDrawn="1">
          <p15:clr>
            <a:srgbClr val="F26B43"/>
          </p15:clr>
        </p15:guide>
        <p15:guide id="42" orient="horz" pos="1864" userDrawn="1">
          <p15:clr>
            <a:srgbClr val="F26B43"/>
          </p15:clr>
        </p15:guide>
        <p15:guide id="43" orient="horz" pos="2124" userDrawn="1">
          <p15:clr>
            <a:srgbClr val="F26B43"/>
          </p15:clr>
        </p15:guide>
        <p15:guide id="44" orient="horz" pos="2194" userDrawn="1">
          <p15:clr>
            <a:srgbClr val="F26B43"/>
          </p15:clr>
        </p15:guide>
        <p15:guide id="45" orient="horz" pos="2450" userDrawn="1">
          <p15:clr>
            <a:srgbClr val="F26B43"/>
          </p15:clr>
        </p15:guide>
        <p15:guide id="46" orient="horz" pos="2520" userDrawn="1">
          <p15:clr>
            <a:srgbClr val="F26B43"/>
          </p15:clr>
        </p15:guide>
        <p15:guide id="47" orient="horz" pos="2778" userDrawn="1">
          <p15:clr>
            <a:srgbClr val="F26B43"/>
          </p15:clr>
        </p15:guide>
        <p15:guide id="48" orient="horz" pos="2846" userDrawn="1">
          <p15:clr>
            <a:srgbClr val="F26B43"/>
          </p15:clr>
        </p15:guide>
        <p15:guide id="49" orient="horz" pos="3104" userDrawn="1">
          <p15:clr>
            <a:srgbClr val="F26B43"/>
          </p15:clr>
        </p15:guide>
        <p15:guide id="50" orient="horz" pos="3174" userDrawn="1">
          <p15:clr>
            <a:srgbClr val="F26B43"/>
          </p15:clr>
        </p15:guide>
        <p15:guide id="51" orient="horz" pos="3432" userDrawn="1">
          <p15:clr>
            <a:srgbClr val="F26B43"/>
          </p15:clr>
        </p15:guide>
        <p15:guide id="52" orient="horz" pos="3498" userDrawn="1">
          <p15:clr>
            <a:srgbClr val="F26B43"/>
          </p15:clr>
        </p15:guide>
        <p15:guide id="53" orient="horz" pos="3762" userDrawn="1">
          <p15:clr>
            <a:srgbClr val="F26B43"/>
          </p15:clr>
        </p15:guide>
        <p15:guide id="54" orient="horz" pos="3830" userDrawn="1">
          <p15:clr>
            <a:srgbClr val="F26B43"/>
          </p15:clr>
        </p15:guide>
        <p15:guide id="55" orient="horz" pos="1538"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6.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6.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6.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6.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6.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6.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6.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6.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6.xml"/><Relationship Id="rId2" Type="http://schemas.openxmlformats.org/officeDocument/2006/relationships/notesSlide" Target="../notesSlides/notesSlide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6.xml"/><Relationship Id="rId2"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6.xml"/><Relationship Id="rId2"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6.xml"/><Relationship Id="rId2"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6.xml"/><Relationship Id="rId2"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6.xml"/><Relationship Id="rId2"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6.xml"/><Relationship Id="rId2" Type="http://schemas.openxmlformats.org/officeDocument/2006/relationships/notesSlide" Target="../notesSlides/notesSlide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6.xml"/><Relationship Id="rId2"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6.xml"/><Relationship Id="rId2" Type="http://schemas.openxmlformats.org/officeDocument/2006/relationships/notesSlide" Target="../notesSlides/notesSlide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6.xml"/><Relationship Id="rId2" Type="http://schemas.openxmlformats.org/officeDocument/2006/relationships/notesSlide" Target="../notesSlides/notesSlide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6.xml"/><Relationship Id="rId2" Type="http://schemas.openxmlformats.org/officeDocument/2006/relationships/notesSlide" Target="../notesSlides/notesSlide2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6.xml"/><Relationship Id="rId2" Type="http://schemas.openxmlformats.org/officeDocument/2006/relationships/notesSlide" Target="../notesSlides/notesSlide2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6.xml"/><Relationship Id="rId2" Type="http://schemas.openxmlformats.org/officeDocument/2006/relationships/notesSlide" Target="../notesSlides/notesSlide2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6.xml"/><Relationship Id="rId2" Type="http://schemas.openxmlformats.org/officeDocument/2006/relationships/notesSlide" Target="../notesSlides/notesSlide2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6.xml"/><Relationship Id="rId2" Type="http://schemas.openxmlformats.org/officeDocument/2006/relationships/notesSlide" Target="../notesSlides/notesSlide2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6.xml"/><Relationship Id="rId2" Type="http://schemas.openxmlformats.org/officeDocument/2006/relationships/notesSlide" Target="../notesSlides/notesSlide2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6.xml"/><Relationship Id="rId2" Type="http://schemas.openxmlformats.org/officeDocument/2006/relationships/notesSlide" Target="../notesSlides/notesSlide2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6.xml"/><Relationship Id="rId2" Type="http://schemas.openxmlformats.org/officeDocument/2006/relationships/notesSlide" Target="../notesSlides/notesSlide2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6.xml"/><Relationship Id="rId2" Type="http://schemas.openxmlformats.org/officeDocument/2006/relationships/notesSlide" Target="../notesSlides/notesSlide3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6.xml"/><Relationship Id="rId2" Type="http://schemas.openxmlformats.org/officeDocument/2006/relationships/notesSlide" Target="../notesSlides/notesSlide3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6.xml"/><Relationship Id="rId2" Type="http://schemas.openxmlformats.org/officeDocument/2006/relationships/notesSlide" Target="../notesSlides/notesSlide3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6.xml"/><Relationship Id="rId2" Type="http://schemas.openxmlformats.org/officeDocument/2006/relationships/notesSlide" Target="../notesSlides/notesSlide3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6.xml"/><Relationship Id="rId2" Type="http://schemas.openxmlformats.org/officeDocument/2006/relationships/notesSlide" Target="../notesSlides/notesSlide3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6.xml"/><Relationship Id="rId2" Type="http://schemas.openxmlformats.org/officeDocument/2006/relationships/notesSlide" Target="../notesSlides/notesSlide3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6.xml"/><Relationship Id="rId2" Type="http://schemas.openxmlformats.org/officeDocument/2006/relationships/notesSlide" Target="../notesSlides/notesSlide3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6.xml"/><Relationship Id="rId2" Type="http://schemas.openxmlformats.org/officeDocument/2006/relationships/notesSlide" Target="../notesSlides/notesSlide3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6.xml"/><Relationship Id="rId2" Type="http://schemas.openxmlformats.org/officeDocument/2006/relationships/notesSlide" Target="../notesSlides/notesSlide38.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6.xml"/><Relationship Id="rId2" Type="http://schemas.openxmlformats.org/officeDocument/2006/relationships/notesSlide" Target="../notesSlides/notesSlide39.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6.xml"/><Relationship Id="rId2" Type="http://schemas.openxmlformats.org/officeDocument/2006/relationships/notesSlide" Target="../notesSlides/notesSlide40.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6.xml"/><Relationship Id="rId2" Type="http://schemas.openxmlformats.org/officeDocument/2006/relationships/notesSlide" Target="../notesSlides/notesSlide4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6.xml"/><Relationship Id="rId2" Type="http://schemas.openxmlformats.org/officeDocument/2006/relationships/notesSlide" Target="../notesSlides/notesSlide4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6.xml"/><Relationship Id="rId2" Type="http://schemas.openxmlformats.org/officeDocument/2006/relationships/notesSlide" Target="../notesSlides/notesSlide4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6.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66.xml"/><Relationship Id="rId2" Type="http://schemas.openxmlformats.org/officeDocument/2006/relationships/notesSlide" Target="../notesSlides/notesSlide45.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46.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66.xml"/><Relationship Id="rId2" Type="http://schemas.openxmlformats.org/officeDocument/2006/relationships/notesSlide" Target="../notesSlides/notesSlide4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48.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66.xml"/><Relationship Id="rId2" Type="http://schemas.openxmlformats.org/officeDocument/2006/relationships/notesSlide" Target="../notesSlides/notesSlide49.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50.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66.xml"/><Relationship Id="rId2" Type="http://schemas.openxmlformats.org/officeDocument/2006/relationships/notesSlide" Target="../notesSlides/notesSlide5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5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66.xml"/><Relationship Id="rId2" Type="http://schemas.openxmlformats.org/officeDocument/2006/relationships/notesSlide" Target="../notesSlides/notesSlide53.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54.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68.xml"/><Relationship Id="rId2" Type="http://schemas.openxmlformats.org/officeDocument/2006/relationships/notesSlide" Target="../notesSlides/notesSlide12.xml"/><Relationship Id="rId3" Type="http://schemas.openxmlformats.org/officeDocument/2006/relationships/hyperlink" Target="https://pwcgbr.sharepoint.com/:w:/r/teams/GBL-IL-INT-IFS-GCAC/_layouts/15/Doc.aspx?sourcedoc=%7BE6C3E28E-8282-438B-B6E8-6B985066F55E%7D&amp;file=PwC%20Network%20Description%20and%20Copyright%20-%20April%202025.docx&amp;action=default&amp;mobileredirect=true"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F8867C-3856-C0D9-DCE0-ADBD5C0B69E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2DBF121-4939-9A21-A839-230CC776A674}"/>
              </a:ext>
            </a:extLst>
          </p:cNvPr>
          <p:cNvSpPr>
            <a:spLocks noGrp="1"/>
          </p:cNvSpPr>
          <p:nvPr>
            <p:ph type="ctrTitle"/>
          </p:nvPr>
        </p:nvSpPr>
        <p:spPr/>
        <p:txBody>
          <a:bodyPr/>
          <a:lstStyle/>
          <a:p>
            <a:r>
              <a:t>Midterm practice: 20 questions and 5 RFIs</a:t>
            </a:r>
          </a:p>
        </p:txBody>
      </p:sp>
      <p:sp>
        <p:nvSpPr>
          <p:cNvPr id="9" name="Subtitle 8">
            <a:extLst>
              <a:ext uri="{FF2B5EF4-FFF2-40B4-BE49-F238E27FC236}">
                <a16:creationId xmlns:a16="http://schemas.microsoft.com/office/drawing/2014/main" id="{6D45FBCF-F654-37CF-10CA-7AB40D869512}"/>
              </a:ext>
            </a:extLst>
          </p:cNvPr>
          <p:cNvSpPr>
            <a:spLocks noGrp="1"/>
          </p:cNvSpPr>
          <p:nvPr>
            <p:ph type="subTitle" idx="1"/>
          </p:nvPr>
        </p:nvSpPr>
        <p:spPr/>
        <p:txBody>
          <a:bodyPr/>
          <a:lstStyle/>
          <a:p>
            <a:r>
              <a:rPr lang="en-GB" noProof="0" dirty="0"/>
              <a:t>Presentation by </a:t>
            </a:r>
            <a:r>
              <a:rPr lang="en-GB" b="1" noProof="0" dirty="0"/>
              <a:t>Jason Lee</a:t>
            </a:r>
          </a:p>
          <a:p>
            <a:r>
              <a:rPr lang="en-GB" noProof="0" dirty="0"/>
              <a:t>CS5292 · Weeks 1–6 revision</a:t>
            </a:r>
          </a:p>
        </p:txBody>
      </p:sp>
    </p:spTree>
    <p:extLst>
      <p:ext uri="{BB962C8B-B14F-4D97-AF65-F5344CB8AC3E}">
        <p14:creationId xmlns:p14="http://schemas.microsoft.com/office/powerpoint/2010/main" val="1865854814"/>
      </p:ext>
    </p:extLst>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0"/>
              <a:t>How this works</a:t>
            </a:r>
          </a:p>
        </p:txBody>
      </p:sp>
      <p:graphicFrame>
        <p:nvGraphicFramePr>
          <p:cNvPr id="3" name="Table Placeholder 2"/>
          <p:cNvGraphicFramePr>
            <a:graphicFrameLocks noGrp="1"/>
          </p:cNvGraphicFramePr>
          <p:nvPr>
            <p:ph type="tbl" idx="10" sz="quarter"/>
          </p:nvPr>
        </p:nvGraphicFramePr>
        <p:xfrm>
          <a:off x="5188180" y="772547"/>
          <a:ext cx="6638544" cy="1112520"/>
        </p:xfrm>
        <a:graphic>
          <a:graphicData uri="http://schemas.openxmlformats.org/drawingml/2006/table">
            <a:tbl>
              <a:tblPr>
                <a:tableStyleId>{5C22544A-7EE6-4342-B048-85BDC9FD1C3A}</a:tableStyleId>
              </a:tblPr>
              <a:tblGrid>
                <a:gridCol w="457200"/>
                <a:gridCol w="6181344"/>
              </a:tblGrid>
              <a:tr h="370840">
                <a:tc>
                  <a:txBody>
                    <a:bodyPr/>
                    <a:lstStyle/>
                    <a:p>
                      <a:r>
                        <a:rPr sz="1800">
                          <a:solidFill>
                            <a:srgbClr val="FD5108"/>
                          </a:solidFill>
                        </a:rPr>
                        <a:t>1</a:t>
                      </a:r>
                    </a:p>
                  </a:txBody>
                  <a:tcPr>
                    <a:noFill/>
                  </a:tcPr>
                </a:tc>
                <a:tc>
                  <a:txBody>
                    <a:bodyPr/>
                    <a:lstStyle/>
                    <a:p>
                      <a:r>
                        <a:rPr sz="1800">
                          <a:solidFill>
                            <a:srgbClr val="000000"/>
                          </a:solidFill>
                        </a:rPr>
                        <a:t>Part 1 · 20 questions from the Weeks 1–6 knowledge checks and pulse checks</a:t>
                      </a:r>
                    </a:p>
                  </a:txBody>
                  <a:tcPr>
                    <a:noFill/>
                  </a:tcPr>
                </a:tc>
              </a:tr>
              <a:tr h="370840">
                <a:tc>
                  <a:txBody>
                    <a:bodyPr/>
                    <a:lstStyle/>
                    <a:p>
                      <a:r>
                        <a:rPr sz="1800">
                          <a:solidFill>
                            <a:srgbClr val="FD5108"/>
                          </a:solidFill>
                        </a:rPr>
                        <a:t>2</a:t>
                      </a:r>
                    </a:p>
                  </a:txBody>
                  <a:tcPr>
                    <a:noFill/>
                  </a:tcPr>
                </a:tc>
                <a:tc>
                  <a:txBody>
                    <a:bodyPr/>
                    <a:lstStyle/>
                    <a:p>
                      <a:r>
                        <a:rPr sz="1800">
                          <a:solidFill>
                            <a:srgbClr val="000000"/>
                          </a:solidFill>
                        </a:rPr>
                        <a:t>Part 2 · 5 C-RAF 2.0 governance principles — write the RFI, then compare</a:t>
                      </a:r>
                    </a:p>
                  </a:txBody>
                  <a:tcPr>
                    <a:noFill/>
                  </a:tcPr>
                </a:tc>
              </a:tr>
              <a:tr h="370840">
                <a:tc>
                  <a:txBody>
                    <a:bodyPr/>
                    <a:lstStyle/>
                    <a:p>
                      <a:r>
                        <a:rPr sz="1800">
                          <a:solidFill>
                            <a:srgbClr val="FD5108"/>
                          </a:solidFill>
                        </a:rPr>
                        <a:t>3</a:t>
                      </a:r>
                    </a:p>
                  </a:txBody>
                  <a:tcPr>
                    <a:noFill/>
                  </a:tcPr>
                </a:tc>
                <a:tc>
                  <a:txBody>
                    <a:bodyPr/>
                    <a:lstStyle/>
                    <a:p>
                      <a:r>
                        <a:rPr sz="1800">
                          <a:solidFill>
                            <a:srgbClr val="000000"/>
                          </a:solidFill>
                        </a:rPr>
                        <a:t>Same skills as the midterm: MCQ, evidence-based justification, RFI drafting</a:t>
                      </a:r>
                    </a:p>
                  </a:txBody>
                  <a:tcPr>
                    <a:noFill/>
                  </a:tcPr>
                </a:tc>
              </a:tr>
            </a:tbl>
          </a:graphicData>
        </a:graphic>
      </p:graphicFrame>
      <p:sp>
        <p:nvSpPr>
          <p:cNvPr id="3" name="Footer Placeholder 4">
            <a:extLst>
              <a:ext uri="{FF2B5EF4-FFF2-40B4-BE49-F238E27FC236}">
                <a16:creationId xmlns:a16="http://schemas.microsoft.com/office/drawing/2014/main" id="{65C0038A-3A68-0DB9-64FC-6F889D75D388}"/>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t>CS5292 Week 7 · Midterm practice</a:t>
            </a:r>
          </a:p>
        </p:txBody>
      </p:sp>
      <p:sp>
        <p:nvSpPr>
          <p:cNvPr id="6" name="Slide Number Placeholder 13">
            <a:extLst>
              <a:ext uri="{FF2B5EF4-FFF2-40B4-BE49-F238E27FC236}">
                <a16:creationId xmlns:a16="http://schemas.microsoft.com/office/drawing/2014/main" id="{97BC8435-1364-314D-C920-74E9DEDB1E4C}"/>
              </a:ext>
            </a:extLst>
          </p:cNvPr>
          <p:cNvSpPr>
            <a:spLocks noGrp="1"/>
          </p:cNvSpPr>
          <p:nvPr>
            <p:ph type="sldNum" sz="quarter" idx="4"/>
          </p:nvPr>
        </p:nvSpPr>
        <p:spPr>
          <a:xfrm>
            <a:off x="11526043" y="6491859"/>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0"/>
              <a:t>Twenty questions, Weeks 1–6</a:t>
            </a:r>
          </a:p>
        </p:txBody>
      </p:sp>
      <p:sp>
        <p:nvSpPr>
          <p:cNvPr id="3" name="Text Placeholder 2"/>
          <p:cNvSpPr>
            <a:spLocks noGrp="1"/>
          </p:cNvSpPr>
          <p:nvPr>
            <p:ph type="body" idx="1"/>
          </p:nvPr>
        </p:nvSpPr>
        <p:spPr/>
        <p:txBody>
          <a:bodyPr/>
          <a:lstStyle/>
          <a:p>
            <a:r>
              <a:rPr b="0"/>
              <a:t>1</a:t>
            </a:r>
          </a:p>
        </p:txBody>
      </p:sp>
      <p:sp>
        <p:nvSpPr>
          <p:cNvPr id="6" name="Footer Placeholder 4">
            <a:extLst>
              <a:ext uri="{FF2B5EF4-FFF2-40B4-BE49-F238E27FC236}">
                <a16:creationId xmlns:a16="http://schemas.microsoft.com/office/drawing/2014/main" id="{8A3789D3-8936-6361-B279-04482E5DA052}"/>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t>CS5292 Week 7 · Midterm practice</a:t>
            </a:r>
          </a:p>
        </p:txBody>
      </p:sp>
      <p:sp>
        <p:nvSpPr>
          <p:cNvPr id="7" name="Slide Number Placeholder 13">
            <a:extLst>
              <a:ext uri="{FF2B5EF4-FFF2-40B4-BE49-F238E27FC236}">
                <a16:creationId xmlns:a16="http://schemas.microsoft.com/office/drawing/2014/main" id="{D2CF944E-CA0D-78C4-2738-7FF65A3C61DE}"/>
              </a:ext>
            </a:extLst>
          </p:cNvPr>
          <p:cNvSpPr>
            <a:spLocks noGrp="1"/>
          </p:cNvSpPr>
          <p:nvPr>
            <p:ph type="sldNum" sz="quarter" idx="4"/>
          </p:nvPr>
        </p:nvSpPr>
        <p:spPr>
          <a:xfrm>
            <a:off x="11526043" y="6491859"/>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0"/>
              <a:t>Question 1</a:t>
            </a:r>
          </a:p>
        </p:txBody>
      </p:sp>
      <p:sp>
        <p:nvSpPr>
          <p:cNvPr id="4" name="Footer Placeholder 4">
            <a:extLst>
              <a:ext uri="{FF2B5EF4-FFF2-40B4-BE49-F238E27FC236}">
                <a16:creationId xmlns:a16="http://schemas.microsoft.com/office/drawing/2014/main" id="{E57B29C1-93EA-1886-CD27-23CE023225D9}"/>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t>CS5292 Week 7 · Midterm practice</a:t>
            </a:r>
          </a:p>
        </p:txBody>
      </p:sp>
      <p:sp>
        <p:nvSpPr>
          <p:cNvPr id="6" name="Slide Number Placeholder 13">
            <a:extLst>
              <a:ext uri="{FF2B5EF4-FFF2-40B4-BE49-F238E27FC236}">
                <a16:creationId xmlns:a16="http://schemas.microsoft.com/office/drawing/2014/main" id="{D15FEAD4-DFB9-ED08-EBEE-A4E5DE31E318}"/>
              </a:ext>
            </a:extLst>
          </p:cNvPr>
          <p:cNvSpPr>
            <a:spLocks noGrp="1"/>
          </p:cNvSpPr>
          <p:nvPr>
            <p:ph type="sldNum" sz="quarter" idx="4"/>
          </p:nvPr>
        </p:nvSpPr>
        <p:spPr>
          <a:xfrm>
            <a:off x="11526043" y="6491859"/>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sp>
        <p:nvSpPr>
          <p:cNvPr id="7" name="TextBox 6"/>
          <p:cNvSpPr txBox="1"/>
          <p:nvPr/>
        </p:nvSpPr>
        <p:spPr>
          <a:xfrm>
            <a:off x="365760" y="1097280"/>
            <a:ext cx="11430000" cy="274320"/>
          </a:xfrm>
          <a:prstGeom prst="rect">
            <a:avLst/>
          </a:prstGeom>
          <a:noFill/>
        </p:spPr>
        <p:txBody>
          <a:bodyPr wrap="square" anchor="t" lIns="0" rIns="0">
            <a:spAutoFit/>
          </a:bodyPr>
          <a:lstStyle/>
          <a:p>
            <a:r>
              <a:rPr b="1" sz="1100">
                <a:solidFill>
                  <a:srgbClr val="FD5108"/>
                </a:solidFill>
              </a:rPr>
              <a:t>WEEK 1 KNOWLEDGE CHECK · Q1</a:t>
            </a:r>
          </a:p>
        </p:txBody>
      </p:sp>
      <p:sp>
        <p:nvSpPr>
          <p:cNvPr id="8" name="TextBox 7"/>
          <p:cNvSpPr txBox="1"/>
          <p:nvPr/>
        </p:nvSpPr>
        <p:spPr>
          <a:xfrm>
            <a:off x="365760" y="1417320"/>
            <a:ext cx="11430000" cy="1078992"/>
          </a:xfrm>
          <a:prstGeom prst="rect">
            <a:avLst/>
          </a:prstGeom>
          <a:noFill/>
        </p:spPr>
        <p:txBody>
          <a:bodyPr wrap="square" anchor="t" lIns="0" rIns="0">
            <a:spAutoFit/>
          </a:bodyPr>
          <a:lstStyle/>
          <a:p>
            <a:r>
              <a:rPr b="1" sz="1500">
                <a:solidFill>
                  <a:srgbClr val="000000"/>
                </a:solidFill>
              </a:rPr>
              <a:t>An organization's policy requires every privileged access request to be approved by a manager before provisioning. During your review, the policy is well-written, the approval workflow is clearly configured in the ticketing system, and it maps cleanly to the relevant framework requirement. You have not yet pulled a single access request to check whether the approval actually happened. Based on this alone, what can you conclude?</a:t>
            </a:r>
          </a:p>
        </p:txBody>
      </p:sp>
      <p:sp>
        <p:nvSpPr>
          <p:cNvPr id="9" name="Rectangle 8"/>
          <p:cNvSpPr/>
          <p:nvPr/>
        </p:nvSpPr>
        <p:spPr>
          <a:xfrm>
            <a:off x="365760" y="2679192"/>
            <a:ext cx="11430000" cy="745235"/>
          </a:xfrm>
          <a:prstGeom prst="rect">
            <a:avLst/>
          </a:prstGeom>
          <a:solidFill>
            <a:srgbClr val="EBEB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27432" bIns="27432"/>
          <a:lstStyle/>
          <a:p>
            <a:pPr algn="l"/>
            <a:r>
              <a:rPr b="1" sz="1700">
                <a:solidFill>
                  <a:srgbClr val="FD5108"/>
                </a:solidFill>
              </a:rPr>
              <a:t>A   </a:t>
            </a:r>
            <a:r>
              <a:rPr sz="1600">
                <a:solidFill>
                  <a:srgbClr val="000000"/>
                </a:solidFill>
              </a:rPr>
              <a:t>The control is both designed and operating effectively.</a:t>
            </a:r>
          </a:p>
        </p:txBody>
      </p:sp>
      <p:sp>
        <p:nvSpPr>
          <p:cNvPr id="10" name="Rectangle 9"/>
          <p:cNvSpPr/>
          <p:nvPr/>
        </p:nvSpPr>
        <p:spPr>
          <a:xfrm>
            <a:off x="365760" y="3534156"/>
            <a:ext cx="11430000" cy="745235"/>
          </a:xfrm>
          <a:prstGeom prst="rect">
            <a:avLst/>
          </a:prstGeom>
          <a:solidFill>
            <a:srgbClr val="EBEB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27432" bIns="27432"/>
          <a:lstStyle/>
          <a:p>
            <a:pPr algn="l"/>
            <a:r>
              <a:rPr b="1" sz="1700">
                <a:solidFill>
                  <a:srgbClr val="FD5108"/>
                </a:solidFill>
              </a:rPr>
              <a:t>B   </a:t>
            </a:r>
            <a:r>
              <a:rPr sz="1600">
                <a:solidFill>
                  <a:srgbClr val="000000"/>
                </a:solidFill>
              </a:rPr>
              <a:t>The control appears well-designed, but its operating effectiveness cannot yet be assessed.</a:t>
            </a:r>
          </a:p>
        </p:txBody>
      </p:sp>
      <p:sp>
        <p:nvSpPr>
          <p:cNvPr id="11" name="Rectangle 10"/>
          <p:cNvSpPr/>
          <p:nvPr/>
        </p:nvSpPr>
        <p:spPr>
          <a:xfrm>
            <a:off x="365760" y="4389120"/>
            <a:ext cx="11430000" cy="745235"/>
          </a:xfrm>
          <a:prstGeom prst="rect">
            <a:avLst/>
          </a:prstGeom>
          <a:solidFill>
            <a:srgbClr val="EBEB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27432" bIns="27432"/>
          <a:lstStyle/>
          <a:p>
            <a:pPr algn="l"/>
            <a:r>
              <a:rPr b="1" sz="1700">
                <a:solidFill>
                  <a:srgbClr val="FD5108"/>
                </a:solidFill>
              </a:rPr>
              <a:t>C   </a:t>
            </a:r>
            <a:r>
              <a:rPr sz="1600">
                <a:solidFill>
                  <a:srgbClr val="000000"/>
                </a:solidFill>
              </a:rPr>
              <a:t>The control is operating effectively, since the workflow exists in the system.</a:t>
            </a:r>
          </a:p>
        </p:txBody>
      </p:sp>
      <p:sp>
        <p:nvSpPr>
          <p:cNvPr id="12" name="Rectangle 11"/>
          <p:cNvSpPr/>
          <p:nvPr/>
        </p:nvSpPr>
        <p:spPr>
          <a:xfrm>
            <a:off x="365760" y="5244084"/>
            <a:ext cx="11430000" cy="745235"/>
          </a:xfrm>
          <a:prstGeom prst="rect">
            <a:avLst/>
          </a:prstGeom>
          <a:solidFill>
            <a:srgbClr val="EBEB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27432" bIns="27432"/>
          <a:lstStyle/>
          <a:p>
            <a:pPr algn="l"/>
            <a:r>
              <a:rPr b="1" sz="1700">
                <a:solidFill>
                  <a:srgbClr val="FD5108"/>
                </a:solidFill>
              </a:rPr>
              <a:t>D   </a:t>
            </a:r>
            <a:r>
              <a:rPr sz="1600">
                <a:solidFill>
                  <a:srgbClr val="000000"/>
                </a:solidFill>
              </a:rPr>
              <a:t>The control has already failed, since it hasn't been tested yet.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0"/>
              <a:t>Answer 1: B</a:t>
            </a:r>
          </a:p>
        </p:txBody>
      </p:sp>
      <p:sp>
        <p:nvSpPr>
          <p:cNvPr id="4" name="Footer Placeholder 4">
            <a:extLst>
              <a:ext uri="{FF2B5EF4-FFF2-40B4-BE49-F238E27FC236}">
                <a16:creationId xmlns:a16="http://schemas.microsoft.com/office/drawing/2014/main" id="{E57B29C1-93EA-1886-CD27-23CE023225D9}"/>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t>CS5292 Week 7 · Midterm practice</a:t>
            </a:r>
          </a:p>
        </p:txBody>
      </p:sp>
      <p:sp>
        <p:nvSpPr>
          <p:cNvPr id="6" name="Slide Number Placeholder 13">
            <a:extLst>
              <a:ext uri="{FF2B5EF4-FFF2-40B4-BE49-F238E27FC236}">
                <a16:creationId xmlns:a16="http://schemas.microsoft.com/office/drawing/2014/main" id="{D15FEAD4-DFB9-ED08-EBEE-A4E5DE31E318}"/>
              </a:ext>
            </a:extLst>
          </p:cNvPr>
          <p:cNvSpPr>
            <a:spLocks noGrp="1"/>
          </p:cNvSpPr>
          <p:nvPr>
            <p:ph type="sldNum" sz="quarter" idx="4"/>
          </p:nvPr>
        </p:nvSpPr>
        <p:spPr>
          <a:xfrm>
            <a:off x="11526043" y="6491859"/>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sp>
        <p:nvSpPr>
          <p:cNvPr id="7" name="Rectangle 6"/>
          <p:cNvSpPr/>
          <p:nvPr/>
        </p:nvSpPr>
        <p:spPr>
          <a:xfrm>
            <a:off x="365760" y="1234440"/>
            <a:ext cx="11430000" cy="685800"/>
          </a:xfrm>
          <a:prstGeom prst="rect">
            <a:avLst/>
          </a:prstGeom>
          <a:solidFill>
            <a:srgbClr val="FFE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r>
              <a:rPr sz="1600" b="1">
                <a:solidFill>
                  <a:srgbClr val="000000"/>
                </a:solidFill>
              </a:rPr>
              <a:t>B   The control appears well-designed, but its operating effectiveness cannot yet be assessed.</a:t>
            </a:r>
          </a:p>
        </p:txBody>
      </p:sp>
      <p:sp>
        <p:nvSpPr>
          <p:cNvPr id="8" name="TextBox 7"/>
          <p:cNvSpPr txBox="1"/>
          <p:nvPr/>
        </p:nvSpPr>
        <p:spPr>
          <a:xfrm>
            <a:off x="365760" y="2103120"/>
            <a:ext cx="11430000" cy="1005840"/>
          </a:xfrm>
          <a:prstGeom prst="rect">
            <a:avLst/>
          </a:prstGeom>
          <a:noFill/>
        </p:spPr>
        <p:txBody>
          <a:bodyPr wrap="square" anchor="t" lIns="0" rIns="0">
            <a:spAutoFit/>
          </a:bodyPr>
          <a:lstStyle/>
          <a:p>
            <a:r>
              <a:rPr b="1" sz="1400">
                <a:solidFill>
                  <a:srgbClr val="FD5108"/>
                </a:solidFill>
              </a:rPr>
              <a:t>Why: </a:t>
            </a:r>
          </a:p>
          <a:p>
            <a:r>
              <a:rPr b="0" sz="1400">
                <a:solidFill>
                  <a:srgbClr val="000000"/>
                </a:solidFill>
              </a:rPr>
              <a:t>Reviewing design tells you whether a control, if performed, would address the risk — it says nothing about whether it was actually performed. Only testing actual instances supports a conclusion about operating effectiveness. "Not yet tested" is not the same as "failed."</a:t>
            </a:r>
          </a:p>
        </p:txBody>
      </p:sp>
      <p:sp>
        <p:nvSpPr>
          <p:cNvPr id="9" name="TextBox 8"/>
          <p:cNvSpPr txBox="1"/>
          <p:nvPr/>
        </p:nvSpPr>
        <p:spPr>
          <a:xfrm>
            <a:off x="365760" y="6144768"/>
            <a:ext cx="11430000" cy="228600"/>
          </a:xfrm>
          <a:prstGeom prst="rect">
            <a:avLst/>
          </a:prstGeom>
          <a:noFill/>
        </p:spPr>
        <p:txBody>
          <a:bodyPr wrap="square" anchor="t" lIns="0" rIns="0">
            <a:spAutoFit/>
          </a:bodyPr>
          <a:lstStyle/>
          <a:p>
            <a:r>
              <a:rPr b="0" sz="900">
                <a:solidFill>
                  <a:srgbClr val="6B727D"/>
                </a:solidFill>
              </a:rPr>
              <a:t>Week 1 knowledge check · Q1</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0"/>
              <a:t>Question 2</a:t>
            </a:r>
          </a:p>
        </p:txBody>
      </p:sp>
      <p:sp>
        <p:nvSpPr>
          <p:cNvPr id="4" name="Footer Placeholder 4">
            <a:extLst>
              <a:ext uri="{FF2B5EF4-FFF2-40B4-BE49-F238E27FC236}">
                <a16:creationId xmlns:a16="http://schemas.microsoft.com/office/drawing/2014/main" id="{E57B29C1-93EA-1886-CD27-23CE023225D9}"/>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t>CS5292 Week 7 · Midterm practice</a:t>
            </a:r>
          </a:p>
        </p:txBody>
      </p:sp>
      <p:sp>
        <p:nvSpPr>
          <p:cNvPr id="6" name="Slide Number Placeholder 13">
            <a:extLst>
              <a:ext uri="{FF2B5EF4-FFF2-40B4-BE49-F238E27FC236}">
                <a16:creationId xmlns:a16="http://schemas.microsoft.com/office/drawing/2014/main" id="{D15FEAD4-DFB9-ED08-EBEE-A4E5DE31E318}"/>
              </a:ext>
            </a:extLst>
          </p:cNvPr>
          <p:cNvSpPr>
            <a:spLocks noGrp="1"/>
          </p:cNvSpPr>
          <p:nvPr>
            <p:ph type="sldNum" sz="quarter" idx="4"/>
          </p:nvPr>
        </p:nvSpPr>
        <p:spPr>
          <a:xfrm>
            <a:off x="11526043" y="6491859"/>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sp>
        <p:nvSpPr>
          <p:cNvPr id="7" name="TextBox 6"/>
          <p:cNvSpPr txBox="1"/>
          <p:nvPr/>
        </p:nvSpPr>
        <p:spPr>
          <a:xfrm>
            <a:off x="365760" y="1097280"/>
            <a:ext cx="11430000" cy="274320"/>
          </a:xfrm>
          <a:prstGeom prst="rect">
            <a:avLst/>
          </a:prstGeom>
          <a:noFill/>
        </p:spPr>
        <p:txBody>
          <a:bodyPr wrap="square" anchor="t" lIns="0" rIns="0">
            <a:spAutoFit/>
          </a:bodyPr>
          <a:lstStyle/>
          <a:p>
            <a:r>
              <a:rPr b="1" sz="1100">
                <a:solidFill>
                  <a:srgbClr val="FD5108"/>
                </a:solidFill>
              </a:rPr>
              <a:t>WEEK 1 KNOWLEDGE CHECK · Q7</a:t>
            </a:r>
          </a:p>
        </p:txBody>
      </p:sp>
      <p:sp>
        <p:nvSpPr>
          <p:cNvPr id="8" name="TextBox 7"/>
          <p:cNvSpPr txBox="1"/>
          <p:nvPr/>
        </p:nvSpPr>
        <p:spPr>
          <a:xfrm>
            <a:off x="365760" y="1417320"/>
            <a:ext cx="11430000" cy="768096"/>
          </a:xfrm>
          <a:prstGeom prst="rect">
            <a:avLst/>
          </a:prstGeom>
          <a:noFill/>
        </p:spPr>
        <p:txBody>
          <a:bodyPr wrap="square" anchor="t" lIns="0" rIns="0">
            <a:spAutoFit/>
          </a:bodyPr>
          <a:lstStyle/>
          <a:p>
            <a:r>
              <a:rPr b="1" sz="2000">
                <a:solidFill>
                  <a:srgbClr val="000000"/>
                </a:solidFill>
              </a:rPr>
              <a:t>Of the following forms of audit evidence, which generally provides the strongest support that a control actually operated as intended?</a:t>
            </a:r>
          </a:p>
        </p:txBody>
      </p:sp>
      <p:sp>
        <p:nvSpPr>
          <p:cNvPr id="9" name="Rectangle 8"/>
          <p:cNvSpPr/>
          <p:nvPr/>
        </p:nvSpPr>
        <p:spPr>
          <a:xfrm>
            <a:off x="365760" y="2368296"/>
            <a:ext cx="11430000" cy="822959"/>
          </a:xfrm>
          <a:prstGeom prst="rect">
            <a:avLst/>
          </a:prstGeom>
          <a:solidFill>
            <a:srgbClr val="EBEB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27432" bIns="27432"/>
          <a:lstStyle/>
          <a:p>
            <a:pPr algn="l"/>
            <a:r>
              <a:rPr b="1" sz="1500">
                <a:solidFill>
                  <a:srgbClr val="FD5108"/>
                </a:solidFill>
              </a:rPr>
              <a:t>A   </a:t>
            </a:r>
            <a:r>
              <a:rPr sz="1400">
                <a:solidFill>
                  <a:srgbClr val="000000"/>
                </a:solidFill>
              </a:rPr>
              <a:t>Asking the control owner whether the control was performed (inquiry)</a:t>
            </a:r>
          </a:p>
        </p:txBody>
      </p:sp>
      <p:sp>
        <p:nvSpPr>
          <p:cNvPr id="10" name="Rectangle 9"/>
          <p:cNvSpPr/>
          <p:nvPr/>
        </p:nvSpPr>
        <p:spPr>
          <a:xfrm>
            <a:off x="365760" y="3300984"/>
            <a:ext cx="11430000" cy="822959"/>
          </a:xfrm>
          <a:prstGeom prst="rect">
            <a:avLst/>
          </a:prstGeom>
          <a:solidFill>
            <a:srgbClr val="EBEB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27432" bIns="27432"/>
          <a:lstStyle/>
          <a:p>
            <a:pPr algn="l"/>
            <a:r>
              <a:rPr b="1" sz="1500">
                <a:solidFill>
                  <a:srgbClr val="FD5108"/>
                </a:solidFill>
              </a:rPr>
              <a:t>B   </a:t>
            </a:r>
            <a:r>
              <a:rPr sz="1400">
                <a:solidFill>
                  <a:srgbClr val="000000"/>
                </a:solidFill>
              </a:rPr>
              <a:t>Watching the control being performed once, live (observation)</a:t>
            </a:r>
          </a:p>
        </p:txBody>
      </p:sp>
      <p:sp>
        <p:nvSpPr>
          <p:cNvPr id="11" name="Rectangle 10"/>
          <p:cNvSpPr/>
          <p:nvPr/>
        </p:nvSpPr>
        <p:spPr>
          <a:xfrm>
            <a:off x="365760" y="4233672"/>
            <a:ext cx="11430000" cy="822959"/>
          </a:xfrm>
          <a:prstGeom prst="rect">
            <a:avLst/>
          </a:prstGeom>
          <a:solidFill>
            <a:srgbClr val="EBEB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27432" bIns="27432"/>
          <a:lstStyle/>
          <a:p>
            <a:pPr algn="l"/>
            <a:r>
              <a:rPr b="1" sz="1500">
                <a:solidFill>
                  <a:srgbClr val="FD5108"/>
                </a:solidFill>
              </a:rPr>
              <a:t>C   </a:t>
            </a:r>
            <a:r>
              <a:rPr sz="1400">
                <a:solidFill>
                  <a:srgbClr val="000000"/>
                </a:solidFill>
              </a:rPr>
              <a:t>Independently re-performing the control yourself, using the same inputs, and confirming you reach the same result (reperformance)</a:t>
            </a:r>
          </a:p>
        </p:txBody>
      </p:sp>
      <p:sp>
        <p:nvSpPr>
          <p:cNvPr id="12" name="Rectangle 11"/>
          <p:cNvSpPr/>
          <p:nvPr/>
        </p:nvSpPr>
        <p:spPr>
          <a:xfrm>
            <a:off x="365760" y="5166360"/>
            <a:ext cx="11430000" cy="822959"/>
          </a:xfrm>
          <a:prstGeom prst="rect">
            <a:avLst/>
          </a:prstGeom>
          <a:solidFill>
            <a:srgbClr val="EBEB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27432" bIns="27432"/>
          <a:lstStyle/>
          <a:p>
            <a:pPr algn="l"/>
            <a:r>
              <a:rPr b="1" sz="1500">
                <a:solidFill>
                  <a:srgbClr val="FD5108"/>
                </a:solidFill>
              </a:rPr>
              <a:t>D   </a:t>
            </a:r>
            <a:r>
              <a:rPr sz="1400">
                <a:solidFill>
                  <a:srgbClr val="000000"/>
                </a:solidFill>
              </a:rPr>
              <a:t>Reading the policy document that describes how the control is supposed to work</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0"/>
              <a:t>Answer 2: C</a:t>
            </a:r>
          </a:p>
        </p:txBody>
      </p:sp>
      <p:sp>
        <p:nvSpPr>
          <p:cNvPr id="4" name="Footer Placeholder 4">
            <a:extLst>
              <a:ext uri="{FF2B5EF4-FFF2-40B4-BE49-F238E27FC236}">
                <a16:creationId xmlns:a16="http://schemas.microsoft.com/office/drawing/2014/main" id="{E57B29C1-93EA-1886-CD27-23CE023225D9}"/>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t>CS5292 Week 7 · Midterm practice</a:t>
            </a:r>
          </a:p>
        </p:txBody>
      </p:sp>
      <p:sp>
        <p:nvSpPr>
          <p:cNvPr id="6" name="Slide Number Placeholder 13">
            <a:extLst>
              <a:ext uri="{FF2B5EF4-FFF2-40B4-BE49-F238E27FC236}">
                <a16:creationId xmlns:a16="http://schemas.microsoft.com/office/drawing/2014/main" id="{D15FEAD4-DFB9-ED08-EBEE-A4E5DE31E318}"/>
              </a:ext>
            </a:extLst>
          </p:cNvPr>
          <p:cNvSpPr>
            <a:spLocks noGrp="1"/>
          </p:cNvSpPr>
          <p:nvPr>
            <p:ph type="sldNum" sz="quarter" idx="4"/>
          </p:nvPr>
        </p:nvSpPr>
        <p:spPr>
          <a:xfrm>
            <a:off x="11526043" y="6491859"/>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sp>
        <p:nvSpPr>
          <p:cNvPr id="7" name="Rectangle 6"/>
          <p:cNvSpPr/>
          <p:nvPr/>
        </p:nvSpPr>
        <p:spPr>
          <a:xfrm>
            <a:off x="365760" y="1234440"/>
            <a:ext cx="11430000" cy="960120"/>
          </a:xfrm>
          <a:prstGeom prst="rect">
            <a:avLst/>
          </a:prstGeom>
          <a:solidFill>
            <a:srgbClr val="FFE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000000"/>
                </a:solidFill>
              </a:rPr>
              <a:t>C   Independently re-performing the control yourself, using the same inputs, and confirming you reach the same result (reperformance)</a:t>
            </a:r>
          </a:p>
        </p:txBody>
      </p:sp>
      <p:sp>
        <p:nvSpPr>
          <p:cNvPr id="8" name="TextBox 7"/>
          <p:cNvSpPr txBox="1"/>
          <p:nvPr/>
        </p:nvSpPr>
        <p:spPr>
          <a:xfrm>
            <a:off x="365760" y="2377440"/>
            <a:ext cx="11430000" cy="1005840"/>
          </a:xfrm>
          <a:prstGeom prst="rect">
            <a:avLst/>
          </a:prstGeom>
          <a:noFill/>
        </p:spPr>
        <p:txBody>
          <a:bodyPr wrap="square" anchor="t" lIns="0" rIns="0">
            <a:spAutoFit/>
          </a:bodyPr>
          <a:lstStyle/>
          <a:p>
            <a:r>
              <a:rPr b="1" sz="1600">
                <a:solidFill>
                  <a:srgbClr val="FD5108"/>
                </a:solidFill>
              </a:rPr>
              <a:t>Why: </a:t>
            </a:r>
          </a:p>
          <a:p>
            <a:r>
              <a:rPr b="0" sz="1600">
                <a:solidFill>
                  <a:srgbClr val="000000"/>
                </a:solidFill>
              </a:rPr>
              <a:t>Evidence reliability generally runs from inquiry (weakest — self-reported) through observation and inspection to reperformance (strongest — you recreate the result yourself rather than relying on a point-in-time look or someone's account of it).</a:t>
            </a:r>
          </a:p>
        </p:txBody>
      </p:sp>
      <p:sp>
        <p:nvSpPr>
          <p:cNvPr id="9" name="TextBox 8"/>
          <p:cNvSpPr txBox="1"/>
          <p:nvPr/>
        </p:nvSpPr>
        <p:spPr>
          <a:xfrm>
            <a:off x="365760" y="6144768"/>
            <a:ext cx="11430000" cy="228600"/>
          </a:xfrm>
          <a:prstGeom prst="rect">
            <a:avLst/>
          </a:prstGeom>
          <a:noFill/>
        </p:spPr>
        <p:txBody>
          <a:bodyPr wrap="square" anchor="t" lIns="0" rIns="0">
            <a:spAutoFit/>
          </a:bodyPr>
          <a:lstStyle/>
          <a:p>
            <a:r>
              <a:rPr b="0" sz="900">
                <a:solidFill>
                  <a:srgbClr val="6B727D"/>
                </a:solidFill>
              </a:rPr>
              <a:t>Week 1 knowledge check · Q7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0"/>
              <a:t>Question 3</a:t>
            </a:r>
          </a:p>
        </p:txBody>
      </p:sp>
      <p:sp>
        <p:nvSpPr>
          <p:cNvPr id="4" name="Footer Placeholder 4">
            <a:extLst>
              <a:ext uri="{FF2B5EF4-FFF2-40B4-BE49-F238E27FC236}">
                <a16:creationId xmlns:a16="http://schemas.microsoft.com/office/drawing/2014/main" id="{E57B29C1-93EA-1886-CD27-23CE023225D9}"/>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t>CS5292 Week 7 · Midterm practice</a:t>
            </a:r>
          </a:p>
        </p:txBody>
      </p:sp>
      <p:sp>
        <p:nvSpPr>
          <p:cNvPr id="6" name="Slide Number Placeholder 13">
            <a:extLst>
              <a:ext uri="{FF2B5EF4-FFF2-40B4-BE49-F238E27FC236}">
                <a16:creationId xmlns:a16="http://schemas.microsoft.com/office/drawing/2014/main" id="{D15FEAD4-DFB9-ED08-EBEE-A4E5DE31E318}"/>
              </a:ext>
            </a:extLst>
          </p:cNvPr>
          <p:cNvSpPr>
            <a:spLocks noGrp="1"/>
          </p:cNvSpPr>
          <p:nvPr>
            <p:ph type="sldNum" sz="quarter" idx="4"/>
          </p:nvPr>
        </p:nvSpPr>
        <p:spPr>
          <a:xfrm>
            <a:off x="11526043" y="6491859"/>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sp>
        <p:nvSpPr>
          <p:cNvPr id="7" name="TextBox 6"/>
          <p:cNvSpPr txBox="1"/>
          <p:nvPr/>
        </p:nvSpPr>
        <p:spPr>
          <a:xfrm>
            <a:off x="365760" y="1097280"/>
            <a:ext cx="11430000" cy="274320"/>
          </a:xfrm>
          <a:prstGeom prst="rect">
            <a:avLst/>
          </a:prstGeom>
          <a:noFill/>
        </p:spPr>
        <p:txBody>
          <a:bodyPr wrap="square" anchor="t" lIns="0" rIns="0">
            <a:spAutoFit/>
          </a:bodyPr>
          <a:lstStyle/>
          <a:p>
            <a:r>
              <a:rPr b="1" sz="1100">
                <a:solidFill>
                  <a:srgbClr val="FD5108"/>
                </a:solidFill>
              </a:rPr>
              <a:t>WEEK 1 KNOWLEDGE CHECK · Q8</a:t>
            </a:r>
          </a:p>
        </p:txBody>
      </p:sp>
      <p:sp>
        <p:nvSpPr>
          <p:cNvPr id="8" name="TextBox 7"/>
          <p:cNvSpPr txBox="1"/>
          <p:nvPr/>
        </p:nvSpPr>
        <p:spPr>
          <a:xfrm>
            <a:off x="365760" y="1417320"/>
            <a:ext cx="11430000" cy="768096"/>
          </a:xfrm>
          <a:prstGeom prst="rect">
            <a:avLst/>
          </a:prstGeom>
          <a:noFill/>
        </p:spPr>
        <p:txBody>
          <a:bodyPr wrap="square" anchor="t" lIns="0" rIns="0">
            <a:spAutoFit/>
          </a:bodyPr>
          <a:lstStyle/>
          <a:p>
            <a:r>
              <a:rPr b="1" sz="1700">
                <a:solidFill>
                  <a:srgbClr val="000000"/>
                </a:solidFill>
              </a:rPr>
              <a:t>A control that runs automatically on every transaction (potentially thousands per day) is being tested, alongside a separate control that runs once a year. Why would an auditor typically test more instances of the high-frequency control than the annual one?</a:t>
            </a:r>
          </a:p>
        </p:txBody>
      </p:sp>
      <p:sp>
        <p:nvSpPr>
          <p:cNvPr id="9" name="Rectangle 8"/>
          <p:cNvSpPr/>
          <p:nvPr/>
        </p:nvSpPr>
        <p:spPr>
          <a:xfrm>
            <a:off x="365760" y="2368296"/>
            <a:ext cx="11430000" cy="822959"/>
          </a:xfrm>
          <a:prstGeom prst="rect">
            <a:avLst/>
          </a:prstGeom>
          <a:solidFill>
            <a:srgbClr val="EBEB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27432" bIns="27432"/>
          <a:lstStyle/>
          <a:p>
            <a:pPr algn="l"/>
            <a:r>
              <a:rPr b="1" sz="1500">
                <a:solidFill>
                  <a:srgbClr val="FD5108"/>
                </a:solidFill>
              </a:rPr>
              <a:t>A   </a:t>
            </a:r>
            <a:r>
              <a:rPr sz="1400">
                <a:solidFill>
                  <a:srgbClr val="000000"/>
                </a:solidFill>
              </a:rPr>
              <a:t>High-frequency controls are inherently less trustworthy than annual ones.</a:t>
            </a:r>
          </a:p>
        </p:txBody>
      </p:sp>
      <p:sp>
        <p:nvSpPr>
          <p:cNvPr id="10" name="Rectangle 9"/>
          <p:cNvSpPr/>
          <p:nvPr/>
        </p:nvSpPr>
        <p:spPr>
          <a:xfrm>
            <a:off x="365760" y="3300984"/>
            <a:ext cx="11430000" cy="822959"/>
          </a:xfrm>
          <a:prstGeom prst="rect">
            <a:avLst/>
          </a:prstGeom>
          <a:solidFill>
            <a:srgbClr val="EBEB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27432" bIns="27432"/>
          <a:lstStyle/>
          <a:p>
            <a:pPr algn="l"/>
            <a:r>
              <a:rPr b="1" sz="1500">
                <a:solidFill>
                  <a:srgbClr val="FD5108"/>
                </a:solidFill>
              </a:rPr>
              <a:t>B   </a:t>
            </a:r>
            <a:r>
              <a:rPr sz="1400">
                <a:solidFill>
                  <a:srgbClr val="000000"/>
                </a:solidFill>
              </a:rPr>
              <a:t>The annual control only has one instance in the whole period to test, while the high-frequency control has many independent opportunities to fail intermittently that a single test wouldn't catch.</a:t>
            </a:r>
          </a:p>
        </p:txBody>
      </p:sp>
      <p:sp>
        <p:nvSpPr>
          <p:cNvPr id="11" name="Rectangle 10"/>
          <p:cNvSpPr/>
          <p:nvPr/>
        </p:nvSpPr>
        <p:spPr>
          <a:xfrm>
            <a:off x="365760" y="4233672"/>
            <a:ext cx="11430000" cy="822959"/>
          </a:xfrm>
          <a:prstGeom prst="rect">
            <a:avLst/>
          </a:prstGeom>
          <a:solidFill>
            <a:srgbClr val="EBEB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27432" bIns="27432"/>
          <a:lstStyle/>
          <a:p>
            <a:pPr algn="l"/>
            <a:r>
              <a:rPr b="1" sz="1500">
                <a:solidFill>
                  <a:srgbClr val="FD5108"/>
                </a:solidFill>
              </a:rPr>
              <a:t>C   </a:t>
            </a:r>
            <a:r>
              <a:rPr sz="1400">
                <a:solidFill>
                  <a:srgbClr val="000000"/>
                </a:solidFill>
              </a:rPr>
              <a:t>Regulation fixes the sample size at exactly 25 items regardless of how often the control runs.</a:t>
            </a:r>
          </a:p>
        </p:txBody>
      </p:sp>
      <p:sp>
        <p:nvSpPr>
          <p:cNvPr id="12" name="Rectangle 11"/>
          <p:cNvSpPr/>
          <p:nvPr/>
        </p:nvSpPr>
        <p:spPr>
          <a:xfrm>
            <a:off x="365760" y="5166360"/>
            <a:ext cx="11430000" cy="822959"/>
          </a:xfrm>
          <a:prstGeom prst="rect">
            <a:avLst/>
          </a:prstGeom>
          <a:solidFill>
            <a:srgbClr val="EBEB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27432" bIns="27432"/>
          <a:lstStyle/>
          <a:p>
            <a:pPr algn="l"/>
            <a:r>
              <a:rPr b="1" sz="1500">
                <a:solidFill>
                  <a:srgbClr val="FD5108"/>
                </a:solidFill>
              </a:rPr>
              <a:t>D   </a:t>
            </a:r>
            <a:r>
              <a:rPr sz="1400">
                <a:solidFill>
                  <a:srgbClr val="000000"/>
                </a:solidFill>
              </a:rPr>
              <a:t>There's no real reason — sample size should always be identical regardless of frequency.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0"/>
              <a:t>Answer 3: B</a:t>
            </a:r>
          </a:p>
        </p:txBody>
      </p:sp>
      <p:sp>
        <p:nvSpPr>
          <p:cNvPr id="4" name="Footer Placeholder 4">
            <a:extLst>
              <a:ext uri="{FF2B5EF4-FFF2-40B4-BE49-F238E27FC236}">
                <a16:creationId xmlns:a16="http://schemas.microsoft.com/office/drawing/2014/main" id="{E57B29C1-93EA-1886-CD27-23CE023225D9}"/>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t>CS5292 Week 7 · Midterm practice</a:t>
            </a:r>
          </a:p>
        </p:txBody>
      </p:sp>
      <p:sp>
        <p:nvSpPr>
          <p:cNvPr id="6" name="Slide Number Placeholder 13">
            <a:extLst>
              <a:ext uri="{FF2B5EF4-FFF2-40B4-BE49-F238E27FC236}">
                <a16:creationId xmlns:a16="http://schemas.microsoft.com/office/drawing/2014/main" id="{D15FEAD4-DFB9-ED08-EBEE-A4E5DE31E318}"/>
              </a:ext>
            </a:extLst>
          </p:cNvPr>
          <p:cNvSpPr>
            <a:spLocks noGrp="1"/>
          </p:cNvSpPr>
          <p:nvPr>
            <p:ph type="sldNum" sz="quarter" idx="4"/>
          </p:nvPr>
        </p:nvSpPr>
        <p:spPr>
          <a:xfrm>
            <a:off x="11526043" y="6491859"/>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sp>
        <p:nvSpPr>
          <p:cNvPr id="7" name="Rectangle 6"/>
          <p:cNvSpPr/>
          <p:nvPr/>
        </p:nvSpPr>
        <p:spPr>
          <a:xfrm>
            <a:off x="365760" y="1234440"/>
            <a:ext cx="11430000" cy="960120"/>
          </a:xfrm>
          <a:prstGeom prst="rect">
            <a:avLst/>
          </a:prstGeom>
          <a:solidFill>
            <a:srgbClr val="FFE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000000"/>
                </a:solidFill>
              </a:rPr>
              <a:t>B   The annual control only has one instance in the whole period to test, while the high-frequency control has many independent opportunities to fail intermittently that a single test wouldn't catch.</a:t>
            </a:r>
          </a:p>
        </p:txBody>
      </p:sp>
      <p:sp>
        <p:nvSpPr>
          <p:cNvPr id="8" name="TextBox 7"/>
          <p:cNvSpPr txBox="1"/>
          <p:nvPr/>
        </p:nvSpPr>
        <p:spPr>
          <a:xfrm>
            <a:off x="365760" y="2377440"/>
            <a:ext cx="11430000" cy="731520"/>
          </a:xfrm>
          <a:prstGeom prst="rect">
            <a:avLst/>
          </a:prstGeom>
          <a:noFill/>
        </p:spPr>
        <p:txBody>
          <a:bodyPr wrap="square" anchor="t" lIns="0" rIns="0">
            <a:spAutoFit/>
          </a:bodyPr>
          <a:lstStyle/>
          <a:p>
            <a:r>
              <a:rPr b="1" sz="1600">
                <a:solidFill>
                  <a:srgbClr val="FD5108"/>
                </a:solidFill>
              </a:rPr>
              <a:t>Why: </a:t>
            </a:r>
          </a:p>
          <a:p>
            <a:r>
              <a:rPr b="0" sz="1600">
                <a:solidFill>
                  <a:srgbClr val="000000"/>
                </a:solidFill>
              </a:rPr>
              <a:t>Sample size logic tracks the population and the risk of undetected, intermittent breakdowns — a control that runs constantly needs more coverage to catch occasional failures than a control that only ever runs once.</a:t>
            </a:r>
          </a:p>
        </p:txBody>
      </p:sp>
      <p:sp>
        <p:nvSpPr>
          <p:cNvPr id="9" name="TextBox 8"/>
          <p:cNvSpPr txBox="1"/>
          <p:nvPr/>
        </p:nvSpPr>
        <p:spPr>
          <a:xfrm>
            <a:off x="365760" y="6144768"/>
            <a:ext cx="11430000" cy="228600"/>
          </a:xfrm>
          <a:prstGeom prst="rect">
            <a:avLst/>
          </a:prstGeom>
          <a:noFill/>
        </p:spPr>
        <p:txBody>
          <a:bodyPr wrap="square" anchor="t" lIns="0" rIns="0">
            <a:spAutoFit/>
          </a:bodyPr>
          <a:lstStyle/>
          <a:p>
            <a:r>
              <a:rPr b="0" sz="900">
                <a:solidFill>
                  <a:srgbClr val="6B727D"/>
                </a:solidFill>
              </a:rPr>
              <a:t>Week 1 knowledge check · Q8</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0"/>
              <a:t>Question 4</a:t>
            </a:r>
          </a:p>
        </p:txBody>
      </p:sp>
      <p:sp>
        <p:nvSpPr>
          <p:cNvPr id="4" name="Footer Placeholder 4">
            <a:extLst>
              <a:ext uri="{FF2B5EF4-FFF2-40B4-BE49-F238E27FC236}">
                <a16:creationId xmlns:a16="http://schemas.microsoft.com/office/drawing/2014/main" id="{E57B29C1-93EA-1886-CD27-23CE023225D9}"/>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t>CS5292 Week 7 · Midterm practice</a:t>
            </a:r>
          </a:p>
        </p:txBody>
      </p:sp>
      <p:sp>
        <p:nvSpPr>
          <p:cNvPr id="6" name="Slide Number Placeholder 13">
            <a:extLst>
              <a:ext uri="{FF2B5EF4-FFF2-40B4-BE49-F238E27FC236}">
                <a16:creationId xmlns:a16="http://schemas.microsoft.com/office/drawing/2014/main" id="{D15FEAD4-DFB9-ED08-EBEE-A4E5DE31E318}"/>
              </a:ext>
            </a:extLst>
          </p:cNvPr>
          <p:cNvSpPr>
            <a:spLocks noGrp="1"/>
          </p:cNvSpPr>
          <p:nvPr>
            <p:ph type="sldNum" sz="quarter" idx="4"/>
          </p:nvPr>
        </p:nvSpPr>
        <p:spPr>
          <a:xfrm>
            <a:off x="11526043" y="6491859"/>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sp>
        <p:nvSpPr>
          <p:cNvPr id="7" name="TextBox 6"/>
          <p:cNvSpPr txBox="1"/>
          <p:nvPr/>
        </p:nvSpPr>
        <p:spPr>
          <a:xfrm>
            <a:off x="365760" y="1097280"/>
            <a:ext cx="11430000" cy="274320"/>
          </a:xfrm>
          <a:prstGeom prst="rect">
            <a:avLst/>
          </a:prstGeom>
          <a:noFill/>
        </p:spPr>
        <p:txBody>
          <a:bodyPr wrap="square" anchor="t" lIns="0" rIns="0">
            <a:spAutoFit/>
          </a:bodyPr>
          <a:lstStyle/>
          <a:p>
            <a:r>
              <a:rPr b="1" sz="1100">
                <a:solidFill>
                  <a:srgbClr val="FD5108"/>
                </a:solidFill>
              </a:rPr>
              <a:t>WEEK 2 KNOWLEDGE CHECK · Q1 (CODE OF PRACTICE §6.2.2, §7.2.2)</a:t>
            </a:r>
          </a:p>
        </p:txBody>
      </p:sp>
      <p:sp>
        <p:nvSpPr>
          <p:cNvPr id="8" name="TextBox 7"/>
          <p:cNvSpPr txBox="1"/>
          <p:nvPr/>
        </p:nvSpPr>
        <p:spPr>
          <a:xfrm>
            <a:off x="365760" y="1417320"/>
            <a:ext cx="11430000" cy="768096"/>
          </a:xfrm>
          <a:prstGeom prst="rect">
            <a:avLst/>
          </a:prstGeom>
          <a:noFill/>
        </p:spPr>
        <p:txBody>
          <a:bodyPr wrap="square" anchor="t" lIns="0" rIns="0">
            <a:spAutoFit/>
          </a:bodyPr>
          <a:lstStyle/>
          <a:p>
            <a:r>
              <a:rPr b="1" sz="2000">
                <a:solidFill>
                  <a:srgbClr val="000000"/>
                </a:solidFill>
              </a:rPr>
              <a:t>Under the Cap. 653 Code of Practice, which documents must be endorsed by the critical infrastructure operator’s board?</a:t>
            </a:r>
          </a:p>
        </p:txBody>
      </p:sp>
      <p:sp>
        <p:nvSpPr>
          <p:cNvPr id="9" name="Rectangle 8"/>
          <p:cNvSpPr/>
          <p:nvPr/>
        </p:nvSpPr>
        <p:spPr>
          <a:xfrm>
            <a:off x="365760" y="2368296"/>
            <a:ext cx="11430000" cy="822959"/>
          </a:xfrm>
          <a:prstGeom prst="rect">
            <a:avLst/>
          </a:prstGeom>
          <a:solidFill>
            <a:srgbClr val="EBEB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27432" bIns="27432"/>
          <a:lstStyle/>
          <a:p>
            <a:pPr algn="l"/>
            <a:r>
              <a:rPr b="1" sz="1700">
                <a:solidFill>
                  <a:srgbClr val="FD5108"/>
                </a:solidFill>
              </a:rPr>
              <a:t>A   </a:t>
            </a:r>
            <a:r>
              <a:rPr sz="1600">
                <a:solidFill>
                  <a:srgbClr val="000000"/>
                </a:solidFill>
              </a:rPr>
              <a:t>The computer-system security management plan only</a:t>
            </a:r>
          </a:p>
        </p:txBody>
      </p:sp>
      <p:sp>
        <p:nvSpPr>
          <p:cNvPr id="10" name="Rectangle 9"/>
          <p:cNvSpPr/>
          <p:nvPr/>
        </p:nvSpPr>
        <p:spPr>
          <a:xfrm>
            <a:off x="365760" y="3300984"/>
            <a:ext cx="11430000" cy="822959"/>
          </a:xfrm>
          <a:prstGeom prst="rect">
            <a:avLst/>
          </a:prstGeom>
          <a:solidFill>
            <a:srgbClr val="EBEB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27432" bIns="27432"/>
          <a:lstStyle/>
          <a:p>
            <a:pPr algn="l"/>
            <a:r>
              <a:rPr b="1" sz="1700">
                <a:solidFill>
                  <a:srgbClr val="FD5108"/>
                </a:solidFill>
              </a:rPr>
              <a:t>B   </a:t>
            </a:r>
            <a:r>
              <a:rPr sz="1600">
                <a:solidFill>
                  <a:srgbClr val="000000"/>
                </a:solidFill>
              </a:rPr>
              <a:t>The computer-system security management plan and the emergency response plan</a:t>
            </a:r>
          </a:p>
        </p:txBody>
      </p:sp>
      <p:sp>
        <p:nvSpPr>
          <p:cNvPr id="11" name="Rectangle 10"/>
          <p:cNvSpPr/>
          <p:nvPr/>
        </p:nvSpPr>
        <p:spPr>
          <a:xfrm>
            <a:off x="365760" y="4233672"/>
            <a:ext cx="11430000" cy="822959"/>
          </a:xfrm>
          <a:prstGeom prst="rect">
            <a:avLst/>
          </a:prstGeom>
          <a:solidFill>
            <a:srgbClr val="EBEB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27432" bIns="27432"/>
          <a:lstStyle/>
          <a:p>
            <a:pPr algn="l"/>
            <a:r>
              <a:rPr b="1" sz="1700">
                <a:solidFill>
                  <a:srgbClr val="FD5108"/>
                </a:solidFill>
              </a:rPr>
              <a:t>C   </a:t>
            </a:r>
            <a:r>
              <a:rPr sz="1600">
                <a:solidFill>
                  <a:srgbClr val="000000"/>
                </a:solidFill>
              </a:rPr>
              <a:t>The security risk assessment report and the security audit report</a:t>
            </a:r>
          </a:p>
        </p:txBody>
      </p:sp>
      <p:sp>
        <p:nvSpPr>
          <p:cNvPr id="12" name="Rectangle 11"/>
          <p:cNvSpPr/>
          <p:nvPr/>
        </p:nvSpPr>
        <p:spPr>
          <a:xfrm>
            <a:off x="365760" y="5166360"/>
            <a:ext cx="11430000" cy="822959"/>
          </a:xfrm>
          <a:prstGeom prst="rect">
            <a:avLst/>
          </a:prstGeom>
          <a:solidFill>
            <a:srgbClr val="EBEB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27432" bIns="27432"/>
          <a:lstStyle/>
          <a:p>
            <a:pPr algn="l"/>
            <a:r>
              <a:rPr b="1" sz="1700">
                <a:solidFill>
                  <a:srgbClr val="FD5108"/>
                </a:solidFill>
              </a:rPr>
              <a:t>D   </a:t>
            </a:r>
            <a:r>
              <a:rPr sz="1600">
                <a:solidFill>
                  <a:srgbClr val="000000"/>
                </a:solidFill>
              </a:rPr>
              <a:t>Every serious incident report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0"/>
              <a:t>Answer 4: B</a:t>
            </a:r>
          </a:p>
        </p:txBody>
      </p:sp>
      <p:sp>
        <p:nvSpPr>
          <p:cNvPr id="4" name="Footer Placeholder 4">
            <a:extLst>
              <a:ext uri="{FF2B5EF4-FFF2-40B4-BE49-F238E27FC236}">
                <a16:creationId xmlns:a16="http://schemas.microsoft.com/office/drawing/2014/main" id="{E57B29C1-93EA-1886-CD27-23CE023225D9}"/>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t>CS5292 Week 7 · Midterm practice</a:t>
            </a:r>
          </a:p>
        </p:txBody>
      </p:sp>
      <p:sp>
        <p:nvSpPr>
          <p:cNvPr id="6" name="Slide Number Placeholder 13">
            <a:extLst>
              <a:ext uri="{FF2B5EF4-FFF2-40B4-BE49-F238E27FC236}">
                <a16:creationId xmlns:a16="http://schemas.microsoft.com/office/drawing/2014/main" id="{D15FEAD4-DFB9-ED08-EBEE-A4E5DE31E318}"/>
              </a:ext>
            </a:extLst>
          </p:cNvPr>
          <p:cNvSpPr>
            <a:spLocks noGrp="1"/>
          </p:cNvSpPr>
          <p:nvPr>
            <p:ph type="sldNum" sz="quarter" idx="4"/>
          </p:nvPr>
        </p:nvSpPr>
        <p:spPr>
          <a:xfrm>
            <a:off x="11526043" y="6491859"/>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sp>
        <p:nvSpPr>
          <p:cNvPr id="7" name="Rectangle 6"/>
          <p:cNvSpPr/>
          <p:nvPr/>
        </p:nvSpPr>
        <p:spPr>
          <a:xfrm>
            <a:off x="365760" y="1234440"/>
            <a:ext cx="11430000" cy="685800"/>
          </a:xfrm>
          <a:prstGeom prst="rect">
            <a:avLst/>
          </a:prstGeom>
          <a:solidFill>
            <a:srgbClr val="FFE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r>
              <a:rPr sz="1600" b="1">
                <a:solidFill>
                  <a:srgbClr val="000000"/>
                </a:solidFill>
              </a:rPr>
              <a:t>B   The computer-system security management plan and the emergency response plan</a:t>
            </a:r>
          </a:p>
        </p:txBody>
      </p:sp>
      <p:sp>
        <p:nvSpPr>
          <p:cNvPr id="8" name="TextBox 7"/>
          <p:cNvSpPr txBox="1"/>
          <p:nvPr/>
        </p:nvSpPr>
        <p:spPr>
          <a:xfrm>
            <a:off x="365760" y="2103120"/>
            <a:ext cx="11430000" cy="731520"/>
          </a:xfrm>
          <a:prstGeom prst="rect">
            <a:avLst/>
          </a:prstGeom>
          <a:noFill/>
        </p:spPr>
        <p:txBody>
          <a:bodyPr wrap="square" anchor="t" lIns="0" rIns="0">
            <a:spAutoFit/>
          </a:bodyPr>
          <a:lstStyle/>
          <a:p>
            <a:r>
              <a:rPr b="1" sz="1600">
                <a:solidFill>
                  <a:srgbClr val="FD5108"/>
                </a:solidFill>
              </a:rPr>
              <a:t>Why: </a:t>
            </a:r>
          </a:p>
          <a:p>
            <a:r>
              <a:rPr b="0" sz="1600">
                <a:solidFill>
                  <a:srgbClr val="000000"/>
                </a:solidFill>
              </a:rPr>
              <a:t>§6.2.2 and §7.2.2 carry identical board-endorsement wording: the security management plan and the emergency response plan.</a:t>
            </a:r>
          </a:p>
        </p:txBody>
      </p:sp>
      <p:graphicFrame>
        <p:nvGraphicFramePr>
          <p:cNvPr id="9" name="Table 8"/>
          <p:cNvGraphicFramePr>
            <a:graphicFrameLocks noGrp="1"/>
          </p:cNvGraphicFramePr>
          <p:nvPr/>
        </p:nvGraphicFramePr>
        <p:xfrm>
          <a:off x="365760" y="2971800"/>
          <a:ext cx="11430000" cy="1828800"/>
        </p:xfrm>
        <a:graphic>
          <a:graphicData uri="http://schemas.openxmlformats.org/drawingml/2006/table">
            <a:tbl>
              <a:tblPr firstRow="1">
                <a:tableStyleId>{605943CB-6F42-4776-B506-94E284F2829C}</a:tableStyleId>
              </a:tblPr>
              <a:tblGrid>
                <a:gridCol w="5120640"/>
                <a:gridCol w="6309360"/>
              </a:tblGrid>
              <a:tr h="457200">
                <a:tc>
                  <a:txBody>
                    <a:bodyPr/>
                    <a:lstStyle/>
                    <a:p>
                      <a:r>
                        <a:rPr sz="1300" b="1"/>
                        <a:t>Option</a:t>
                      </a:r>
                    </a:p>
                  </a:txBody>
                  <a:tcPr anchor="ctr" marT="36576" marB="36576"/>
                </a:tc>
                <a:tc>
                  <a:txBody>
                    <a:bodyPr/>
                    <a:lstStyle/>
                    <a:p>
                      <a:r>
                        <a:rPr sz="1300" b="1"/>
                        <a:t>Why not</a:t>
                      </a:r>
                    </a:p>
                  </a:txBody>
                  <a:tcPr anchor="ctr" marT="36576" marB="36576"/>
                </a:tc>
              </a:tr>
              <a:tr h="457200">
                <a:tc>
                  <a:txBody>
                    <a:bodyPr/>
                    <a:lstStyle/>
                    <a:p>
                      <a:r>
                        <a:rPr sz="1300"/>
                        <a:t>A · The computer-system security management plan only</a:t>
                      </a:r>
                    </a:p>
                  </a:txBody>
                  <a:tcPr anchor="ctr" marT="36576" marB="36576"/>
                </a:tc>
                <a:tc>
                  <a:txBody>
                    <a:bodyPr/>
                    <a:lstStyle/>
                    <a:p>
                      <a:r>
                        <a:rPr sz="1300"/>
                        <a:t>The common half-right answer — the emergency response plan needs board endorsement too.</a:t>
                      </a:r>
                    </a:p>
                  </a:txBody>
                  <a:tcPr anchor="ctr" marT="36576" marB="36576"/>
                </a:tc>
              </a:tr>
              <a:tr h="457200">
                <a:tc>
                  <a:txBody>
                    <a:bodyPr/>
                    <a:lstStyle/>
                    <a:p>
                      <a:r>
                        <a:rPr sz="1300"/>
                        <a:t>C · The security risk assessment report and the security audit report</a:t>
                      </a:r>
                    </a:p>
                  </a:txBody>
                  <a:tcPr anchor="ctr" marT="36576" marB="36576"/>
                </a:tc>
                <a:tc>
                  <a:txBody>
                    <a:bodyPr/>
                    <a:lstStyle/>
                    <a:p>
                      <a:r>
                        <a:rPr sz="1300"/>
                        <a:t>These are submitted to the Commissioner, not board-endorsed documents.</a:t>
                      </a:r>
                    </a:p>
                  </a:txBody>
                  <a:tcPr anchor="ctr" marT="36576" marB="36576"/>
                </a:tc>
              </a:tr>
              <a:tr h="457200">
                <a:tc>
                  <a:txBody>
                    <a:bodyPr/>
                    <a:lstStyle/>
                    <a:p>
                      <a:r>
                        <a:rPr sz="1300"/>
                        <a:t>D · Every serious incident report</a:t>
                      </a:r>
                    </a:p>
                  </a:txBody>
                  <a:tcPr anchor="ctr" marT="36576" marB="36576"/>
                </a:tc>
                <a:tc>
                  <a:txBody>
                    <a:bodyPr/>
                    <a:lstStyle/>
                    <a:p>
                      <a:r>
                        <a:rPr sz="1300"/>
                        <a:t>Incident reports go to the Commissioner within the reporting clocks.</a:t>
                      </a:r>
                    </a:p>
                  </a:txBody>
                  <a:tcPr anchor="ctr" marT="36576" marB="36576"/>
                </a:tc>
              </a:tr>
            </a:tbl>
          </a:graphicData>
        </a:graphic>
      </p:graphicFrame>
      <p:sp>
        <p:nvSpPr>
          <p:cNvPr id="10" name="TextBox 9"/>
          <p:cNvSpPr txBox="1"/>
          <p:nvPr/>
        </p:nvSpPr>
        <p:spPr>
          <a:xfrm>
            <a:off x="365760" y="6144768"/>
            <a:ext cx="11430000" cy="228600"/>
          </a:xfrm>
          <a:prstGeom prst="rect">
            <a:avLst/>
          </a:prstGeom>
          <a:noFill/>
        </p:spPr>
        <p:txBody>
          <a:bodyPr wrap="square" anchor="t" lIns="0" rIns="0">
            <a:spAutoFit/>
          </a:bodyPr>
          <a:lstStyle/>
          <a:p>
            <a:r>
              <a:rPr b="0" sz="900">
                <a:solidFill>
                  <a:srgbClr val="6B727D"/>
                </a:solidFill>
              </a:rPr>
              <a:t>Week 2 knowledge check · Q1 (Code of Practice §6.2.2, §7.2.2)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0"/>
              <a:t>Question 5</a:t>
            </a:r>
          </a:p>
        </p:txBody>
      </p:sp>
      <p:sp>
        <p:nvSpPr>
          <p:cNvPr id="4" name="Footer Placeholder 4">
            <a:extLst>
              <a:ext uri="{FF2B5EF4-FFF2-40B4-BE49-F238E27FC236}">
                <a16:creationId xmlns:a16="http://schemas.microsoft.com/office/drawing/2014/main" id="{E57B29C1-93EA-1886-CD27-23CE023225D9}"/>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t>CS5292 Week 7 · Midterm practice</a:t>
            </a:r>
          </a:p>
        </p:txBody>
      </p:sp>
      <p:sp>
        <p:nvSpPr>
          <p:cNvPr id="6" name="Slide Number Placeholder 13">
            <a:extLst>
              <a:ext uri="{FF2B5EF4-FFF2-40B4-BE49-F238E27FC236}">
                <a16:creationId xmlns:a16="http://schemas.microsoft.com/office/drawing/2014/main" id="{D15FEAD4-DFB9-ED08-EBEE-A4E5DE31E318}"/>
              </a:ext>
            </a:extLst>
          </p:cNvPr>
          <p:cNvSpPr>
            <a:spLocks noGrp="1"/>
          </p:cNvSpPr>
          <p:nvPr>
            <p:ph type="sldNum" sz="quarter" idx="4"/>
          </p:nvPr>
        </p:nvSpPr>
        <p:spPr>
          <a:xfrm>
            <a:off x="11526043" y="6491859"/>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sp>
        <p:nvSpPr>
          <p:cNvPr id="7" name="TextBox 6"/>
          <p:cNvSpPr txBox="1"/>
          <p:nvPr/>
        </p:nvSpPr>
        <p:spPr>
          <a:xfrm>
            <a:off x="365760" y="1097280"/>
            <a:ext cx="11430000" cy="274320"/>
          </a:xfrm>
          <a:prstGeom prst="rect">
            <a:avLst/>
          </a:prstGeom>
          <a:noFill/>
        </p:spPr>
        <p:txBody>
          <a:bodyPr wrap="square" anchor="t" lIns="0" rIns="0">
            <a:spAutoFit/>
          </a:bodyPr>
          <a:lstStyle/>
          <a:p>
            <a:r>
              <a:rPr b="1" sz="1100">
                <a:solidFill>
                  <a:srgbClr val="FD5108"/>
                </a:solidFill>
              </a:rPr>
              <a:t>WEEK 2 KNOWLEDGE CHECK · Q5 (CODE OF PRACTICE §7.3.4)</a:t>
            </a:r>
          </a:p>
        </p:txBody>
      </p:sp>
      <p:sp>
        <p:nvSpPr>
          <p:cNvPr id="8" name="TextBox 7"/>
          <p:cNvSpPr txBox="1"/>
          <p:nvPr/>
        </p:nvSpPr>
        <p:spPr>
          <a:xfrm>
            <a:off x="365760" y="1417320"/>
            <a:ext cx="11430000" cy="768096"/>
          </a:xfrm>
          <a:prstGeom prst="rect">
            <a:avLst/>
          </a:prstGeom>
          <a:noFill/>
        </p:spPr>
        <p:txBody>
          <a:bodyPr wrap="square" anchor="t" lIns="0" rIns="0">
            <a:spAutoFit/>
          </a:bodyPr>
          <a:lstStyle/>
          <a:p>
            <a:r>
              <a:rPr b="1" sz="1700">
                <a:solidFill>
                  <a:srgbClr val="000000"/>
                </a:solidFill>
              </a:rPr>
              <a:t>Malware is found on a critical computer system and contained; the essential service is not disrupted. Under Cap. 653, by when must the operator notify the Commissioner?</a:t>
            </a:r>
          </a:p>
        </p:txBody>
      </p:sp>
      <p:sp>
        <p:nvSpPr>
          <p:cNvPr id="9" name="Rectangle 8"/>
          <p:cNvSpPr/>
          <p:nvPr/>
        </p:nvSpPr>
        <p:spPr>
          <a:xfrm>
            <a:off x="365760" y="2368296"/>
            <a:ext cx="11430000" cy="822959"/>
          </a:xfrm>
          <a:prstGeom prst="rect">
            <a:avLst/>
          </a:prstGeom>
          <a:solidFill>
            <a:srgbClr val="EBEB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27432" bIns="27432"/>
          <a:lstStyle/>
          <a:p>
            <a:pPr algn="l"/>
            <a:r>
              <a:rPr b="1" sz="1700">
                <a:solidFill>
                  <a:srgbClr val="FD5108"/>
                </a:solidFill>
              </a:rPr>
              <a:t>A   </a:t>
            </a:r>
            <a:r>
              <a:rPr sz="1600">
                <a:solidFill>
                  <a:srgbClr val="000000"/>
                </a:solidFill>
              </a:rPr>
              <a:t>Within 12 hours</a:t>
            </a:r>
          </a:p>
        </p:txBody>
      </p:sp>
      <p:sp>
        <p:nvSpPr>
          <p:cNvPr id="10" name="Rectangle 9"/>
          <p:cNvSpPr/>
          <p:nvPr/>
        </p:nvSpPr>
        <p:spPr>
          <a:xfrm>
            <a:off x="365760" y="3300984"/>
            <a:ext cx="11430000" cy="822959"/>
          </a:xfrm>
          <a:prstGeom prst="rect">
            <a:avLst/>
          </a:prstGeom>
          <a:solidFill>
            <a:srgbClr val="EBEB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27432" bIns="27432"/>
          <a:lstStyle/>
          <a:p>
            <a:pPr algn="l"/>
            <a:r>
              <a:rPr b="1" sz="1700">
                <a:solidFill>
                  <a:srgbClr val="FD5108"/>
                </a:solidFill>
              </a:rPr>
              <a:t>B   </a:t>
            </a:r>
            <a:r>
              <a:rPr sz="1600">
                <a:solidFill>
                  <a:srgbClr val="000000"/>
                </a:solidFill>
              </a:rPr>
              <a:t>Within 48 hours</a:t>
            </a:r>
          </a:p>
        </p:txBody>
      </p:sp>
      <p:sp>
        <p:nvSpPr>
          <p:cNvPr id="11" name="Rectangle 10"/>
          <p:cNvSpPr/>
          <p:nvPr/>
        </p:nvSpPr>
        <p:spPr>
          <a:xfrm>
            <a:off x="365760" y="4233672"/>
            <a:ext cx="11430000" cy="822959"/>
          </a:xfrm>
          <a:prstGeom prst="rect">
            <a:avLst/>
          </a:prstGeom>
          <a:solidFill>
            <a:srgbClr val="EBEB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27432" bIns="27432"/>
          <a:lstStyle/>
          <a:p>
            <a:pPr algn="l"/>
            <a:r>
              <a:rPr b="1" sz="1700">
                <a:solidFill>
                  <a:srgbClr val="FD5108"/>
                </a:solidFill>
              </a:rPr>
              <a:t>C   </a:t>
            </a:r>
            <a:r>
              <a:rPr sz="1600">
                <a:solidFill>
                  <a:srgbClr val="000000"/>
                </a:solidFill>
              </a:rPr>
              <a:t>Within 14 days</a:t>
            </a:r>
          </a:p>
        </p:txBody>
      </p:sp>
      <p:sp>
        <p:nvSpPr>
          <p:cNvPr id="12" name="Rectangle 11"/>
          <p:cNvSpPr/>
          <p:nvPr/>
        </p:nvSpPr>
        <p:spPr>
          <a:xfrm>
            <a:off x="365760" y="5166360"/>
            <a:ext cx="11430000" cy="822959"/>
          </a:xfrm>
          <a:prstGeom prst="rect">
            <a:avLst/>
          </a:prstGeom>
          <a:solidFill>
            <a:srgbClr val="EBEB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27432" bIns="27432"/>
          <a:lstStyle/>
          <a:p>
            <a:pPr algn="l"/>
            <a:r>
              <a:rPr b="1" sz="1700">
                <a:solidFill>
                  <a:srgbClr val="FD5108"/>
                </a:solidFill>
              </a:rPr>
              <a:t>D   </a:t>
            </a:r>
            <a:r>
              <a:rPr sz="1600">
                <a:solidFill>
                  <a:srgbClr val="000000"/>
                </a:solidFill>
              </a:rPr>
              <a:t>It is not reportable, because it was contained</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0"/>
              <a:t>Answer 5: B</a:t>
            </a:r>
          </a:p>
        </p:txBody>
      </p:sp>
      <p:sp>
        <p:nvSpPr>
          <p:cNvPr id="4" name="Footer Placeholder 4">
            <a:extLst>
              <a:ext uri="{FF2B5EF4-FFF2-40B4-BE49-F238E27FC236}">
                <a16:creationId xmlns:a16="http://schemas.microsoft.com/office/drawing/2014/main" id="{E57B29C1-93EA-1886-CD27-23CE023225D9}"/>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t>CS5292 Week 7 · Midterm practice</a:t>
            </a:r>
          </a:p>
        </p:txBody>
      </p:sp>
      <p:sp>
        <p:nvSpPr>
          <p:cNvPr id="6" name="Slide Number Placeholder 13">
            <a:extLst>
              <a:ext uri="{FF2B5EF4-FFF2-40B4-BE49-F238E27FC236}">
                <a16:creationId xmlns:a16="http://schemas.microsoft.com/office/drawing/2014/main" id="{D15FEAD4-DFB9-ED08-EBEE-A4E5DE31E318}"/>
              </a:ext>
            </a:extLst>
          </p:cNvPr>
          <p:cNvSpPr>
            <a:spLocks noGrp="1"/>
          </p:cNvSpPr>
          <p:nvPr>
            <p:ph type="sldNum" sz="quarter" idx="4"/>
          </p:nvPr>
        </p:nvSpPr>
        <p:spPr>
          <a:xfrm>
            <a:off x="11526043" y="6491859"/>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sp>
        <p:nvSpPr>
          <p:cNvPr id="7" name="Rectangle 6"/>
          <p:cNvSpPr/>
          <p:nvPr/>
        </p:nvSpPr>
        <p:spPr>
          <a:xfrm>
            <a:off x="365760" y="1234440"/>
            <a:ext cx="11430000" cy="685800"/>
          </a:xfrm>
          <a:prstGeom prst="rect">
            <a:avLst/>
          </a:prstGeom>
          <a:solidFill>
            <a:srgbClr val="FFE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r>
              <a:rPr sz="1600" b="1">
                <a:solidFill>
                  <a:srgbClr val="000000"/>
                </a:solidFill>
              </a:rPr>
              <a:t>B   Within 48 hours</a:t>
            </a:r>
          </a:p>
        </p:txBody>
      </p:sp>
      <p:sp>
        <p:nvSpPr>
          <p:cNvPr id="8" name="TextBox 7"/>
          <p:cNvSpPr txBox="1"/>
          <p:nvPr/>
        </p:nvSpPr>
        <p:spPr>
          <a:xfrm>
            <a:off x="365760" y="2103120"/>
            <a:ext cx="11430000" cy="457200"/>
          </a:xfrm>
          <a:prstGeom prst="rect">
            <a:avLst/>
          </a:prstGeom>
          <a:noFill/>
        </p:spPr>
        <p:txBody>
          <a:bodyPr wrap="square" anchor="t" lIns="0" rIns="0">
            <a:spAutoFit/>
          </a:bodyPr>
          <a:lstStyle/>
          <a:p>
            <a:r>
              <a:rPr b="1" sz="1600">
                <a:solidFill>
                  <a:srgbClr val="FD5108"/>
                </a:solidFill>
              </a:rPr>
              <a:t>Why: </a:t>
            </a:r>
          </a:p>
          <a:p>
            <a:r>
              <a:rPr b="0" sz="1600">
                <a:solidFill>
                  <a:srgbClr val="000000"/>
                </a:solidFill>
              </a:rPr>
              <a:t>It is an incident, but not a serious one under the §7.3.4 thresholds, so the 48-hour clock applies.</a:t>
            </a:r>
          </a:p>
        </p:txBody>
      </p:sp>
      <p:graphicFrame>
        <p:nvGraphicFramePr>
          <p:cNvPr id="9" name="Table 8"/>
          <p:cNvGraphicFramePr>
            <a:graphicFrameLocks noGrp="1"/>
          </p:cNvGraphicFramePr>
          <p:nvPr/>
        </p:nvGraphicFramePr>
        <p:xfrm>
          <a:off x="365760" y="2697480"/>
          <a:ext cx="11430000" cy="1828800"/>
        </p:xfrm>
        <a:graphic>
          <a:graphicData uri="http://schemas.openxmlformats.org/drawingml/2006/table">
            <a:tbl>
              <a:tblPr firstRow="1">
                <a:tableStyleId>{605943CB-6F42-4776-B506-94E284F2829C}</a:tableStyleId>
              </a:tblPr>
              <a:tblGrid>
                <a:gridCol w="5120640"/>
                <a:gridCol w="6309360"/>
              </a:tblGrid>
              <a:tr h="457200">
                <a:tc>
                  <a:txBody>
                    <a:bodyPr/>
                    <a:lstStyle/>
                    <a:p>
                      <a:r>
                        <a:rPr sz="1300" b="1"/>
                        <a:t>Option</a:t>
                      </a:r>
                    </a:p>
                  </a:txBody>
                  <a:tcPr anchor="ctr" marT="36576" marB="36576"/>
                </a:tc>
                <a:tc>
                  <a:txBody>
                    <a:bodyPr/>
                    <a:lstStyle/>
                    <a:p>
                      <a:r>
                        <a:rPr sz="1300" b="1"/>
                        <a:t>Why not</a:t>
                      </a:r>
                    </a:p>
                  </a:txBody>
                  <a:tcPr anchor="ctr" marT="36576" marB="36576"/>
                </a:tc>
              </a:tr>
              <a:tr h="457200">
                <a:tc>
                  <a:txBody>
                    <a:bodyPr/>
                    <a:lstStyle/>
                    <a:p>
                      <a:r>
                        <a:rPr sz="1300"/>
                        <a:t>A · Within 12 hours</a:t>
                      </a:r>
                    </a:p>
                  </a:txBody>
                  <a:tcPr anchor="ctr" marT="36576" marB="36576"/>
                </a:tc>
                <a:tc>
                  <a:txBody>
                    <a:bodyPr/>
                    <a:lstStyle/>
                    <a:p>
                      <a:r>
                        <a:rPr sz="1300"/>
                        <a:t>12 hours is for serious incidents.</a:t>
                      </a:r>
                    </a:p>
                  </a:txBody>
                  <a:tcPr anchor="ctr" marT="36576" marB="36576"/>
                </a:tc>
              </a:tr>
              <a:tr h="457200">
                <a:tc>
                  <a:txBody>
                    <a:bodyPr/>
                    <a:lstStyle/>
                    <a:p>
                      <a:r>
                        <a:rPr sz="1300"/>
                        <a:t>C · Within 14 days</a:t>
                      </a:r>
                    </a:p>
                  </a:txBody>
                  <a:tcPr anchor="ctr" marT="36576" marB="36576"/>
                </a:tc>
                <a:tc>
                  <a:txBody>
                    <a:bodyPr/>
                    <a:lstStyle/>
                    <a:p>
                      <a:r>
                        <a:rPr sz="1300"/>
                        <a:t>14 days is for the follow-up written report, not the notification.</a:t>
                      </a:r>
                    </a:p>
                  </a:txBody>
                  <a:tcPr anchor="ctr" marT="36576" marB="36576"/>
                </a:tc>
              </a:tr>
              <a:tr h="457200">
                <a:tc>
                  <a:txBody>
                    <a:bodyPr/>
                    <a:lstStyle/>
                    <a:p>
                      <a:r>
                        <a:rPr sz="1300"/>
                        <a:t>D · It is not reportable, because it was contained</a:t>
                      </a:r>
                    </a:p>
                  </a:txBody>
                  <a:tcPr anchor="ctr" marT="36576" marB="36576"/>
                </a:tc>
                <a:tc>
                  <a:txBody>
                    <a:bodyPr/>
                    <a:lstStyle/>
                    <a:p>
                      <a:r>
                        <a:rPr sz="1300"/>
                        <a:t>Containment does not take it out of scope.</a:t>
                      </a:r>
                    </a:p>
                  </a:txBody>
                  <a:tcPr anchor="ctr" marT="36576" marB="36576"/>
                </a:tc>
              </a:tr>
            </a:tbl>
          </a:graphicData>
        </a:graphic>
      </p:graphicFrame>
      <p:sp>
        <p:nvSpPr>
          <p:cNvPr id="10" name="TextBox 9"/>
          <p:cNvSpPr txBox="1"/>
          <p:nvPr/>
        </p:nvSpPr>
        <p:spPr>
          <a:xfrm>
            <a:off x="365760" y="6144768"/>
            <a:ext cx="11430000" cy="228600"/>
          </a:xfrm>
          <a:prstGeom prst="rect">
            <a:avLst/>
          </a:prstGeom>
          <a:noFill/>
        </p:spPr>
        <p:txBody>
          <a:bodyPr wrap="square" anchor="t" lIns="0" rIns="0">
            <a:spAutoFit/>
          </a:bodyPr>
          <a:lstStyle/>
          <a:p>
            <a:r>
              <a:rPr b="0" sz="900">
                <a:solidFill>
                  <a:srgbClr val="6B727D"/>
                </a:solidFill>
              </a:rPr>
              <a:t>Week 2 knowledge check · Q5 (Code of Practice §7.3.4)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0"/>
              <a:t>Question 6</a:t>
            </a:r>
          </a:p>
        </p:txBody>
      </p:sp>
      <p:sp>
        <p:nvSpPr>
          <p:cNvPr id="4" name="Footer Placeholder 4">
            <a:extLst>
              <a:ext uri="{FF2B5EF4-FFF2-40B4-BE49-F238E27FC236}">
                <a16:creationId xmlns:a16="http://schemas.microsoft.com/office/drawing/2014/main" id="{E57B29C1-93EA-1886-CD27-23CE023225D9}"/>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t>CS5292 Week 7 · Midterm practice</a:t>
            </a:r>
          </a:p>
        </p:txBody>
      </p:sp>
      <p:sp>
        <p:nvSpPr>
          <p:cNvPr id="6" name="Slide Number Placeholder 13">
            <a:extLst>
              <a:ext uri="{FF2B5EF4-FFF2-40B4-BE49-F238E27FC236}">
                <a16:creationId xmlns:a16="http://schemas.microsoft.com/office/drawing/2014/main" id="{D15FEAD4-DFB9-ED08-EBEE-A4E5DE31E318}"/>
              </a:ext>
            </a:extLst>
          </p:cNvPr>
          <p:cNvSpPr>
            <a:spLocks noGrp="1"/>
          </p:cNvSpPr>
          <p:nvPr>
            <p:ph type="sldNum" sz="quarter" idx="4"/>
          </p:nvPr>
        </p:nvSpPr>
        <p:spPr>
          <a:xfrm>
            <a:off x="11526043" y="6491859"/>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sp>
        <p:nvSpPr>
          <p:cNvPr id="7" name="TextBox 6"/>
          <p:cNvSpPr txBox="1"/>
          <p:nvPr/>
        </p:nvSpPr>
        <p:spPr>
          <a:xfrm>
            <a:off x="365760" y="1097280"/>
            <a:ext cx="11430000" cy="274320"/>
          </a:xfrm>
          <a:prstGeom prst="rect">
            <a:avLst/>
          </a:prstGeom>
          <a:noFill/>
        </p:spPr>
        <p:txBody>
          <a:bodyPr wrap="square" anchor="t" lIns="0" rIns="0">
            <a:spAutoFit/>
          </a:bodyPr>
          <a:lstStyle/>
          <a:p>
            <a:r>
              <a:rPr b="1" sz="1100">
                <a:solidFill>
                  <a:srgbClr val="FD5108"/>
                </a:solidFill>
              </a:rPr>
              <a:t>WEEK 2 KNOWLEDGE CHECK · Q9 (CODE OF PRACTICE §6.4.2; OCCICS FAQ Q15)</a:t>
            </a:r>
          </a:p>
        </p:txBody>
      </p:sp>
      <p:sp>
        <p:nvSpPr>
          <p:cNvPr id="8" name="TextBox 7"/>
          <p:cNvSpPr txBox="1"/>
          <p:nvPr/>
        </p:nvSpPr>
        <p:spPr>
          <a:xfrm>
            <a:off x="365760" y="1417320"/>
            <a:ext cx="11430000" cy="768096"/>
          </a:xfrm>
          <a:prstGeom prst="rect">
            <a:avLst/>
          </a:prstGeom>
          <a:noFill/>
        </p:spPr>
        <p:txBody>
          <a:bodyPr wrap="square" anchor="t" lIns="0" rIns="0">
            <a:spAutoFit/>
          </a:bodyPr>
          <a:lstStyle/>
          <a:p>
            <a:r>
              <a:rPr b="1" sz="2000">
                <a:solidFill>
                  <a:srgbClr val="000000"/>
                </a:solidFill>
              </a:rPr>
              <a:t>A CI operator wants its own internal audit function to perform the Cap. 653 computer-system security audit. Is that allowed?</a:t>
            </a:r>
          </a:p>
        </p:txBody>
      </p:sp>
      <p:sp>
        <p:nvSpPr>
          <p:cNvPr id="9" name="Rectangle 8"/>
          <p:cNvSpPr/>
          <p:nvPr/>
        </p:nvSpPr>
        <p:spPr>
          <a:xfrm>
            <a:off x="365760" y="2368296"/>
            <a:ext cx="11430000" cy="822959"/>
          </a:xfrm>
          <a:prstGeom prst="rect">
            <a:avLst/>
          </a:prstGeom>
          <a:solidFill>
            <a:srgbClr val="EBEB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27432" bIns="27432"/>
          <a:lstStyle/>
          <a:p>
            <a:pPr algn="l"/>
            <a:r>
              <a:rPr b="1" sz="1700">
                <a:solidFill>
                  <a:srgbClr val="FD5108"/>
                </a:solidFill>
              </a:rPr>
              <a:t>A   </a:t>
            </a:r>
            <a:r>
              <a:rPr sz="1600">
                <a:solidFill>
                  <a:srgbClr val="000000"/>
                </a:solidFill>
              </a:rPr>
              <a:t>No — the audit must always be performed by an external firm</a:t>
            </a:r>
          </a:p>
        </p:txBody>
      </p:sp>
      <p:sp>
        <p:nvSpPr>
          <p:cNvPr id="10" name="Rectangle 9"/>
          <p:cNvSpPr/>
          <p:nvPr/>
        </p:nvSpPr>
        <p:spPr>
          <a:xfrm>
            <a:off x="365760" y="3300984"/>
            <a:ext cx="11430000" cy="822959"/>
          </a:xfrm>
          <a:prstGeom prst="rect">
            <a:avLst/>
          </a:prstGeom>
          <a:solidFill>
            <a:srgbClr val="EBEB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27432" bIns="27432"/>
          <a:lstStyle/>
          <a:p>
            <a:pPr algn="l"/>
            <a:r>
              <a:rPr b="1" sz="1700">
                <a:solidFill>
                  <a:srgbClr val="FD5108"/>
                </a:solidFill>
              </a:rPr>
              <a:t>B   </a:t>
            </a:r>
            <a:r>
              <a:rPr sz="1600">
                <a:solidFill>
                  <a:srgbClr val="000000"/>
                </a:solidFill>
              </a:rPr>
              <a:t>Yes — any internal team may perform it</a:t>
            </a:r>
          </a:p>
        </p:txBody>
      </p:sp>
      <p:sp>
        <p:nvSpPr>
          <p:cNvPr id="11" name="Rectangle 10"/>
          <p:cNvSpPr/>
          <p:nvPr/>
        </p:nvSpPr>
        <p:spPr>
          <a:xfrm>
            <a:off x="365760" y="4233672"/>
            <a:ext cx="11430000" cy="822959"/>
          </a:xfrm>
          <a:prstGeom prst="rect">
            <a:avLst/>
          </a:prstGeom>
          <a:solidFill>
            <a:srgbClr val="EBEB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27432" bIns="27432"/>
          <a:lstStyle/>
          <a:p>
            <a:pPr algn="l"/>
            <a:r>
              <a:rPr b="1" sz="1700">
                <a:solidFill>
                  <a:srgbClr val="FD5108"/>
                </a:solidFill>
              </a:rPr>
              <a:t>C   </a:t>
            </a:r>
            <a:r>
              <a:rPr sz="1600">
                <a:solidFill>
                  <a:srgbClr val="000000"/>
                </a:solidFill>
              </a:rPr>
              <a:t>Yes — if the internal audit function is not involved in operating or maintaining the critical computer system</a:t>
            </a:r>
          </a:p>
        </p:txBody>
      </p:sp>
      <p:sp>
        <p:nvSpPr>
          <p:cNvPr id="12" name="Rectangle 11"/>
          <p:cNvSpPr/>
          <p:nvPr/>
        </p:nvSpPr>
        <p:spPr>
          <a:xfrm>
            <a:off x="365760" y="5166360"/>
            <a:ext cx="11430000" cy="822959"/>
          </a:xfrm>
          <a:prstGeom prst="rect">
            <a:avLst/>
          </a:prstGeom>
          <a:solidFill>
            <a:srgbClr val="EBEB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27432" bIns="27432"/>
          <a:lstStyle/>
          <a:p>
            <a:pPr algn="l"/>
            <a:r>
              <a:rPr b="1" sz="1700">
                <a:solidFill>
                  <a:srgbClr val="FD5108"/>
                </a:solidFill>
              </a:rPr>
              <a:t>D   </a:t>
            </a:r>
            <a:r>
              <a:rPr sz="1600">
                <a:solidFill>
                  <a:srgbClr val="000000"/>
                </a:solidFill>
              </a:rPr>
              <a:t>Only if the Commissioner approves each audit in advance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0"/>
              <a:t>Answer 6: C</a:t>
            </a:r>
          </a:p>
        </p:txBody>
      </p:sp>
      <p:sp>
        <p:nvSpPr>
          <p:cNvPr id="4" name="Footer Placeholder 4">
            <a:extLst>
              <a:ext uri="{FF2B5EF4-FFF2-40B4-BE49-F238E27FC236}">
                <a16:creationId xmlns:a16="http://schemas.microsoft.com/office/drawing/2014/main" id="{E57B29C1-93EA-1886-CD27-23CE023225D9}"/>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t>CS5292 Week 7 · Midterm practice</a:t>
            </a:r>
          </a:p>
        </p:txBody>
      </p:sp>
      <p:sp>
        <p:nvSpPr>
          <p:cNvPr id="6" name="Slide Number Placeholder 13">
            <a:extLst>
              <a:ext uri="{FF2B5EF4-FFF2-40B4-BE49-F238E27FC236}">
                <a16:creationId xmlns:a16="http://schemas.microsoft.com/office/drawing/2014/main" id="{D15FEAD4-DFB9-ED08-EBEE-A4E5DE31E318}"/>
              </a:ext>
            </a:extLst>
          </p:cNvPr>
          <p:cNvSpPr>
            <a:spLocks noGrp="1"/>
          </p:cNvSpPr>
          <p:nvPr>
            <p:ph type="sldNum" sz="quarter" idx="4"/>
          </p:nvPr>
        </p:nvSpPr>
        <p:spPr>
          <a:xfrm>
            <a:off x="11526043" y="6491859"/>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sp>
        <p:nvSpPr>
          <p:cNvPr id="7" name="Rectangle 6"/>
          <p:cNvSpPr/>
          <p:nvPr/>
        </p:nvSpPr>
        <p:spPr>
          <a:xfrm>
            <a:off x="365760" y="1234440"/>
            <a:ext cx="11430000" cy="685800"/>
          </a:xfrm>
          <a:prstGeom prst="rect">
            <a:avLst/>
          </a:prstGeom>
          <a:solidFill>
            <a:srgbClr val="FFE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600" b="1">
                <a:solidFill>
                  <a:srgbClr val="000000"/>
                </a:solidFill>
              </a:rPr>
              <a:t>C   Yes — if the internal audit function is not involved in operating or maintaining the critical computer system</a:t>
            </a:r>
          </a:p>
        </p:txBody>
      </p:sp>
      <p:sp>
        <p:nvSpPr>
          <p:cNvPr id="8" name="TextBox 7"/>
          <p:cNvSpPr txBox="1"/>
          <p:nvPr/>
        </p:nvSpPr>
        <p:spPr>
          <a:xfrm>
            <a:off x="365760" y="2103120"/>
            <a:ext cx="11430000" cy="731520"/>
          </a:xfrm>
          <a:prstGeom prst="rect">
            <a:avLst/>
          </a:prstGeom>
          <a:noFill/>
        </p:spPr>
        <p:txBody>
          <a:bodyPr wrap="square" anchor="t" lIns="0" rIns="0">
            <a:spAutoFit/>
          </a:bodyPr>
          <a:lstStyle/>
          <a:p>
            <a:r>
              <a:rPr b="1" sz="1600">
                <a:solidFill>
                  <a:srgbClr val="FD5108"/>
                </a:solidFill>
              </a:rPr>
              <a:t>Why: </a:t>
            </a:r>
          </a:p>
          <a:p>
            <a:r>
              <a:rPr b="0" sz="1600">
                <a:solidFill>
                  <a:srgbClr val="000000"/>
                </a:solidFill>
              </a:rPr>
              <a:t>§6.4.2 requires independence. The OCCICS FAQ permits an internal audit function that is not involved in operating or maintaining the CCS.</a:t>
            </a:r>
          </a:p>
        </p:txBody>
      </p:sp>
      <p:graphicFrame>
        <p:nvGraphicFramePr>
          <p:cNvPr id="9" name="Table 8"/>
          <p:cNvGraphicFramePr>
            <a:graphicFrameLocks noGrp="1"/>
          </p:cNvGraphicFramePr>
          <p:nvPr/>
        </p:nvGraphicFramePr>
        <p:xfrm>
          <a:off x="365760" y="2971800"/>
          <a:ext cx="11430000" cy="1828800"/>
        </p:xfrm>
        <a:graphic>
          <a:graphicData uri="http://schemas.openxmlformats.org/drawingml/2006/table">
            <a:tbl>
              <a:tblPr firstRow="1">
                <a:tableStyleId>{605943CB-6F42-4776-B506-94E284F2829C}</a:tableStyleId>
              </a:tblPr>
              <a:tblGrid>
                <a:gridCol w="5120640"/>
                <a:gridCol w="6309360"/>
              </a:tblGrid>
              <a:tr h="457200">
                <a:tc>
                  <a:txBody>
                    <a:bodyPr/>
                    <a:lstStyle/>
                    <a:p>
                      <a:r>
                        <a:rPr sz="1300" b="1"/>
                        <a:t>Option</a:t>
                      </a:r>
                    </a:p>
                  </a:txBody>
                  <a:tcPr anchor="ctr" marT="36576" marB="36576"/>
                </a:tc>
                <a:tc>
                  <a:txBody>
                    <a:bodyPr/>
                    <a:lstStyle/>
                    <a:p>
                      <a:r>
                        <a:rPr sz="1300" b="1"/>
                        <a:t>Why not</a:t>
                      </a:r>
                    </a:p>
                  </a:txBody>
                  <a:tcPr anchor="ctr" marT="36576" marB="36576"/>
                </a:tc>
              </a:tr>
              <a:tr h="457200">
                <a:tc>
                  <a:txBody>
                    <a:bodyPr/>
                    <a:lstStyle/>
                    <a:p>
                      <a:r>
                        <a:rPr sz="1300"/>
                        <a:t>A · No — the audit must always be performed by an external firm</a:t>
                      </a:r>
                    </a:p>
                  </a:txBody>
                  <a:tcPr anchor="ctr" marT="36576" marB="36576"/>
                </a:tc>
                <a:tc>
                  <a:txBody>
                    <a:bodyPr/>
                    <a:lstStyle/>
                    <a:p>
                      <a:r>
                        <a:rPr sz="1300"/>
                        <a:t>The widely held belief — and wrong: internal audit is permitted if independent.</a:t>
                      </a:r>
                    </a:p>
                  </a:txBody>
                  <a:tcPr anchor="ctr" marT="36576" marB="36576"/>
                </a:tc>
              </a:tr>
              <a:tr h="457200">
                <a:tc>
                  <a:txBody>
                    <a:bodyPr/>
                    <a:lstStyle/>
                    <a:p>
                      <a:r>
                        <a:rPr sz="1300"/>
                        <a:t>B · Yes — any internal team may perform it</a:t>
                      </a:r>
                    </a:p>
                  </a:txBody>
                  <a:tcPr anchor="ctr" marT="36576" marB="36576"/>
                </a:tc>
                <a:tc>
                  <a:txBody>
                    <a:bodyPr/>
                    <a:lstStyle/>
                    <a:p>
                      <a:r>
                        <a:rPr sz="1300"/>
                        <a:t>Independence is the condition; an operating team cannot audit itself.</a:t>
                      </a:r>
                    </a:p>
                  </a:txBody>
                  <a:tcPr anchor="ctr" marT="36576" marB="36576"/>
                </a:tc>
              </a:tr>
              <a:tr h="457200">
                <a:tc>
                  <a:txBody>
                    <a:bodyPr/>
                    <a:lstStyle/>
                    <a:p>
                      <a:r>
                        <a:rPr sz="1300"/>
                        <a:t>D · Only if the Commissioner approves each audit in advance</a:t>
                      </a:r>
                    </a:p>
                  </a:txBody>
                  <a:tcPr anchor="ctr" marT="36576" marB="36576"/>
                </a:tc>
                <a:tc>
                  <a:txBody>
                    <a:bodyPr/>
                    <a:lstStyle/>
                    <a:p>
                      <a:r>
                        <a:rPr sz="1300"/>
                        <a:t>There is no per-audit approval requirement.</a:t>
                      </a:r>
                    </a:p>
                  </a:txBody>
                  <a:tcPr anchor="ctr" marT="36576" marB="36576"/>
                </a:tc>
              </a:tr>
            </a:tbl>
          </a:graphicData>
        </a:graphic>
      </p:graphicFrame>
      <p:sp>
        <p:nvSpPr>
          <p:cNvPr id="10" name="TextBox 9"/>
          <p:cNvSpPr txBox="1"/>
          <p:nvPr/>
        </p:nvSpPr>
        <p:spPr>
          <a:xfrm>
            <a:off x="365760" y="6144768"/>
            <a:ext cx="11430000" cy="228600"/>
          </a:xfrm>
          <a:prstGeom prst="rect">
            <a:avLst/>
          </a:prstGeom>
          <a:noFill/>
        </p:spPr>
        <p:txBody>
          <a:bodyPr wrap="square" anchor="t" lIns="0" rIns="0">
            <a:spAutoFit/>
          </a:bodyPr>
          <a:lstStyle/>
          <a:p>
            <a:r>
              <a:rPr b="0" sz="900">
                <a:solidFill>
                  <a:srgbClr val="6B727D"/>
                </a:solidFill>
              </a:rPr>
              <a:t>Week 2 knowledge check · Q9 (Code of Practice §6.4.2; OCCICS FAQ Q15)</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0"/>
              <a:t>Question 7</a:t>
            </a:r>
          </a:p>
        </p:txBody>
      </p:sp>
      <p:sp>
        <p:nvSpPr>
          <p:cNvPr id="4" name="Footer Placeholder 4">
            <a:extLst>
              <a:ext uri="{FF2B5EF4-FFF2-40B4-BE49-F238E27FC236}">
                <a16:creationId xmlns:a16="http://schemas.microsoft.com/office/drawing/2014/main" id="{E57B29C1-93EA-1886-CD27-23CE023225D9}"/>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t>CS5292 Week 7 · Midterm practice</a:t>
            </a:r>
          </a:p>
        </p:txBody>
      </p:sp>
      <p:sp>
        <p:nvSpPr>
          <p:cNvPr id="6" name="Slide Number Placeholder 13">
            <a:extLst>
              <a:ext uri="{FF2B5EF4-FFF2-40B4-BE49-F238E27FC236}">
                <a16:creationId xmlns:a16="http://schemas.microsoft.com/office/drawing/2014/main" id="{D15FEAD4-DFB9-ED08-EBEE-A4E5DE31E318}"/>
              </a:ext>
            </a:extLst>
          </p:cNvPr>
          <p:cNvSpPr>
            <a:spLocks noGrp="1"/>
          </p:cNvSpPr>
          <p:nvPr>
            <p:ph type="sldNum" sz="quarter" idx="4"/>
          </p:nvPr>
        </p:nvSpPr>
        <p:spPr>
          <a:xfrm>
            <a:off x="11526043" y="6491859"/>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sp>
        <p:nvSpPr>
          <p:cNvPr id="7" name="TextBox 6"/>
          <p:cNvSpPr txBox="1"/>
          <p:nvPr/>
        </p:nvSpPr>
        <p:spPr>
          <a:xfrm>
            <a:off x="365760" y="1097280"/>
            <a:ext cx="11430000" cy="274320"/>
          </a:xfrm>
          <a:prstGeom prst="rect">
            <a:avLst/>
          </a:prstGeom>
          <a:noFill/>
        </p:spPr>
        <p:txBody>
          <a:bodyPr wrap="square" anchor="t" lIns="0" rIns="0">
            <a:spAutoFit/>
          </a:bodyPr>
          <a:lstStyle/>
          <a:p>
            <a:r>
              <a:rPr b="1" sz="1100">
                <a:solidFill>
                  <a:srgbClr val="FD5108"/>
                </a:solidFill>
              </a:rPr>
              <a:t>WEEK 3 KNOWLEDGE CHECK (CASE D) · Q1</a:t>
            </a:r>
          </a:p>
        </p:txBody>
      </p:sp>
      <p:sp>
        <p:nvSpPr>
          <p:cNvPr id="8" name="TextBox 7"/>
          <p:cNvSpPr txBox="1"/>
          <p:nvPr/>
        </p:nvSpPr>
        <p:spPr>
          <a:xfrm>
            <a:off x="365760" y="1417320"/>
            <a:ext cx="11430000" cy="1078992"/>
          </a:xfrm>
          <a:prstGeom prst="rect">
            <a:avLst/>
          </a:prstGeom>
          <a:noFill/>
        </p:spPr>
        <p:txBody>
          <a:bodyPr wrap="square" anchor="t" lIns="0" rIns="0">
            <a:spAutoFit/>
          </a:bodyPr>
          <a:lstStyle/>
          <a:p>
            <a:r>
              <a:rPr b="1" sz="1500">
                <a:solidFill>
                  <a:srgbClr val="000000"/>
                </a:solidFill>
              </a:rPr>
              <a:t>An IT administrator with legitimate remote-admin rights to a learning platform leaves the organisation. His personal laptop is later infected with credential-stealing malware, and months afterward someone logs in directly as admin using his still-valid credential — no multi-factor authentication was required. Which of the following best identifies the systemic control failure that made this breach possible?</a:t>
            </a:r>
          </a:p>
        </p:txBody>
      </p:sp>
      <p:sp>
        <p:nvSpPr>
          <p:cNvPr id="9" name="Rectangle 8"/>
          <p:cNvSpPr/>
          <p:nvPr/>
        </p:nvSpPr>
        <p:spPr>
          <a:xfrm>
            <a:off x="365760" y="2679192"/>
            <a:ext cx="11430000" cy="745235"/>
          </a:xfrm>
          <a:prstGeom prst="rect">
            <a:avLst/>
          </a:prstGeom>
          <a:solidFill>
            <a:srgbClr val="EBEB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27432" bIns="27432"/>
          <a:lstStyle/>
          <a:p>
            <a:pPr algn="l"/>
            <a:r>
              <a:rPr b="1" sz="1700">
                <a:solidFill>
                  <a:srgbClr val="FD5108"/>
                </a:solidFill>
              </a:rPr>
              <a:t>A   </a:t>
            </a:r>
            <a:r>
              <a:rPr sz="1600">
                <a:solidFill>
                  <a:srgbClr val="000000"/>
                </a:solidFill>
              </a:rPr>
              <a:t>The organisation failed to enforce a strong password policy for administrator accounts.</a:t>
            </a:r>
          </a:p>
        </p:txBody>
      </p:sp>
      <p:sp>
        <p:nvSpPr>
          <p:cNvPr id="10" name="Rectangle 9"/>
          <p:cNvSpPr/>
          <p:nvPr/>
        </p:nvSpPr>
        <p:spPr>
          <a:xfrm>
            <a:off x="365760" y="3534156"/>
            <a:ext cx="11430000" cy="745235"/>
          </a:xfrm>
          <a:prstGeom prst="rect">
            <a:avLst/>
          </a:prstGeom>
          <a:solidFill>
            <a:srgbClr val="EBEB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27432" bIns="27432"/>
          <a:lstStyle/>
          <a:p>
            <a:pPr algn="l"/>
            <a:r>
              <a:rPr b="1" sz="1700">
                <a:solidFill>
                  <a:srgbClr val="FD5108"/>
                </a:solidFill>
              </a:rPr>
              <a:t>B   </a:t>
            </a:r>
            <a:r>
              <a:rPr sz="1600">
                <a:solidFill>
                  <a:srgbClr val="000000"/>
                </a:solidFill>
              </a:rPr>
              <a:t>The organisation failed to decommission or restrict the admin account when the employee departed.</a:t>
            </a:r>
          </a:p>
        </p:txBody>
      </p:sp>
      <p:sp>
        <p:nvSpPr>
          <p:cNvPr id="11" name="Rectangle 10"/>
          <p:cNvSpPr/>
          <p:nvPr/>
        </p:nvSpPr>
        <p:spPr>
          <a:xfrm>
            <a:off x="365760" y="4389120"/>
            <a:ext cx="11430000" cy="745235"/>
          </a:xfrm>
          <a:prstGeom prst="rect">
            <a:avLst/>
          </a:prstGeom>
          <a:solidFill>
            <a:srgbClr val="EBEB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27432" bIns="27432"/>
          <a:lstStyle/>
          <a:p>
            <a:pPr algn="l"/>
            <a:r>
              <a:rPr b="1" sz="1700">
                <a:solidFill>
                  <a:srgbClr val="FD5108"/>
                </a:solidFill>
              </a:rPr>
              <a:t>C   </a:t>
            </a:r>
            <a:r>
              <a:rPr sz="1600">
                <a:solidFill>
                  <a:srgbClr val="000000"/>
                </a:solidFill>
              </a:rPr>
              <a:t>The organisation failed to deploy anti-malware software on staff laptops.</a:t>
            </a:r>
          </a:p>
        </p:txBody>
      </p:sp>
      <p:sp>
        <p:nvSpPr>
          <p:cNvPr id="12" name="Rectangle 11"/>
          <p:cNvSpPr/>
          <p:nvPr/>
        </p:nvSpPr>
        <p:spPr>
          <a:xfrm>
            <a:off x="365760" y="5244084"/>
            <a:ext cx="11430000" cy="745235"/>
          </a:xfrm>
          <a:prstGeom prst="rect">
            <a:avLst/>
          </a:prstGeom>
          <a:solidFill>
            <a:srgbClr val="EBEB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27432" bIns="27432"/>
          <a:lstStyle/>
          <a:p>
            <a:pPr algn="l"/>
            <a:r>
              <a:rPr b="1" sz="1700">
                <a:solidFill>
                  <a:srgbClr val="FD5108"/>
                </a:solidFill>
              </a:rPr>
              <a:t>D   </a:t>
            </a:r>
            <a:r>
              <a:rPr sz="1600">
                <a:solidFill>
                  <a:srgbClr val="000000"/>
                </a:solidFill>
              </a:rPr>
              <a:t>The organisation failed to patch the learning platform promptly.</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0"/>
              <a:t>Answer 7: B</a:t>
            </a:r>
          </a:p>
        </p:txBody>
      </p:sp>
      <p:sp>
        <p:nvSpPr>
          <p:cNvPr id="4" name="Footer Placeholder 4">
            <a:extLst>
              <a:ext uri="{FF2B5EF4-FFF2-40B4-BE49-F238E27FC236}">
                <a16:creationId xmlns:a16="http://schemas.microsoft.com/office/drawing/2014/main" id="{E57B29C1-93EA-1886-CD27-23CE023225D9}"/>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t>CS5292 Week 7 · Midterm practice</a:t>
            </a:r>
          </a:p>
        </p:txBody>
      </p:sp>
      <p:sp>
        <p:nvSpPr>
          <p:cNvPr id="6" name="Slide Number Placeholder 13">
            <a:extLst>
              <a:ext uri="{FF2B5EF4-FFF2-40B4-BE49-F238E27FC236}">
                <a16:creationId xmlns:a16="http://schemas.microsoft.com/office/drawing/2014/main" id="{D15FEAD4-DFB9-ED08-EBEE-A4E5DE31E318}"/>
              </a:ext>
            </a:extLst>
          </p:cNvPr>
          <p:cNvSpPr>
            <a:spLocks noGrp="1"/>
          </p:cNvSpPr>
          <p:nvPr>
            <p:ph type="sldNum" sz="quarter" idx="4"/>
          </p:nvPr>
        </p:nvSpPr>
        <p:spPr>
          <a:xfrm>
            <a:off x="11526043" y="6491859"/>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sp>
        <p:nvSpPr>
          <p:cNvPr id="7" name="Rectangle 6"/>
          <p:cNvSpPr/>
          <p:nvPr/>
        </p:nvSpPr>
        <p:spPr>
          <a:xfrm>
            <a:off x="365760" y="1234440"/>
            <a:ext cx="11430000" cy="685800"/>
          </a:xfrm>
          <a:prstGeom prst="rect">
            <a:avLst/>
          </a:prstGeom>
          <a:solidFill>
            <a:srgbClr val="FFE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r>
              <a:rPr sz="1600" b="1">
                <a:solidFill>
                  <a:srgbClr val="000000"/>
                </a:solidFill>
              </a:rPr>
              <a:t>B   The organisation failed to decommission or restrict the admin account when the employee departed.</a:t>
            </a:r>
          </a:p>
        </p:txBody>
      </p:sp>
      <p:sp>
        <p:nvSpPr>
          <p:cNvPr id="8" name="TextBox 7"/>
          <p:cNvSpPr txBox="1"/>
          <p:nvPr/>
        </p:nvSpPr>
        <p:spPr>
          <a:xfrm>
            <a:off x="365760" y="2103120"/>
            <a:ext cx="11430000" cy="1005840"/>
          </a:xfrm>
          <a:prstGeom prst="rect">
            <a:avLst/>
          </a:prstGeom>
          <a:noFill/>
        </p:spPr>
        <p:txBody>
          <a:bodyPr wrap="square" anchor="t" lIns="0" rIns="0">
            <a:spAutoFit/>
          </a:bodyPr>
          <a:lstStyle/>
          <a:p>
            <a:r>
              <a:rPr b="1" sz="1400">
                <a:solidFill>
                  <a:srgbClr val="FD5108"/>
                </a:solidFill>
              </a:rPr>
              <a:t>Why: </a:t>
            </a:r>
          </a:p>
          <a:p>
            <a:r>
              <a:rPr b="0" sz="1400">
                <a:solidFill>
                  <a:srgbClr val="000000"/>
                </a:solidFill>
              </a:rPr>
              <a:t>This is the step that, if done, would have made everything after it irrelevant — a harvested credential for an account that no longer has privileged access can’t be used to log in as admin. The malware infection was the trigger; the systemic gap is offboarding.</a:t>
            </a:r>
          </a:p>
        </p:txBody>
      </p:sp>
      <p:graphicFrame>
        <p:nvGraphicFramePr>
          <p:cNvPr id="9" name="Table 8"/>
          <p:cNvGraphicFramePr>
            <a:graphicFrameLocks noGrp="1"/>
          </p:cNvGraphicFramePr>
          <p:nvPr/>
        </p:nvGraphicFramePr>
        <p:xfrm>
          <a:off x="365760" y="3246120"/>
          <a:ext cx="11430000" cy="1828800"/>
        </p:xfrm>
        <a:graphic>
          <a:graphicData uri="http://schemas.openxmlformats.org/drawingml/2006/table">
            <a:tbl>
              <a:tblPr firstRow="1">
                <a:tableStyleId>{605943CB-6F42-4776-B506-94E284F2829C}</a:tableStyleId>
              </a:tblPr>
              <a:tblGrid>
                <a:gridCol w="5120640"/>
                <a:gridCol w="6309360"/>
              </a:tblGrid>
              <a:tr h="457200">
                <a:tc>
                  <a:txBody>
                    <a:bodyPr/>
                    <a:lstStyle/>
                    <a:p>
                      <a:r>
                        <a:rPr sz="1200" b="1"/>
                        <a:t>Option</a:t>
                      </a:r>
                    </a:p>
                  </a:txBody>
                  <a:tcPr anchor="ctr" marT="36576" marB="36576"/>
                </a:tc>
                <a:tc>
                  <a:txBody>
                    <a:bodyPr/>
                    <a:lstStyle/>
                    <a:p>
                      <a:r>
                        <a:rPr sz="1200" b="1"/>
                        <a:t>Why not</a:t>
                      </a:r>
                    </a:p>
                  </a:txBody>
                  <a:tcPr anchor="ctr" marT="36576" marB="36576"/>
                </a:tc>
              </a:tr>
              <a:tr h="457200">
                <a:tc>
                  <a:txBody>
                    <a:bodyPr/>
                    <a:lstStyle/>
                    <a:p>
                      <a:r>
                        <a:rPr sz="1200"/>
                        <a:t>A · The organisation failed to enforce a strong password policy for administrator accounts.</a:t>
                      </a:r>
                    </a:p>
                  </a:txBody>
                  <a:tcPr anchor="ctr" marT="36576" marB="36576"/>
                </a:tc>
                <a:tc>
                  <a:txBody>
                    <a:bodyPr/>
                    <a:lstStyle/>
                    <a:p>
                      <a:r>
                        <a:rPr sz="1200"/>
                        <a:t>A weak password wasn’t the issue — the credential was correctly formed and valid; it was stolen from a personal device via malware, not guessed or cracked.</a:t>
                      </a:r>
                    </a:p>
                  </a:txBody>
                  <a:tcPr anchor="ctr" marT="36576" marB="36576"/>
                </a:tc>
              </a:tr>
              <a:tr h="457200">
                <a:tc>
                  <a:txBody>
                    <a:bodyPr/>
                    <a:lstStyle/>
                    <a:p>
                      <a:r>
                        <a:rPr sz="1200"/>
                        <a:t>C · The organisation failed to deploy anti-malware software on staff laptops.</a:t>
                      </a:r>
                    </a:p>
                  </a:txBody>
                  <a:tcPr anchor="ctr" marT="36576" marB="36576"/>
                </a:tc>
                <a:tc>
                  <a:txBody>
                    <a:bodyPr/>
                    <a:lstStyle/>
                    <a:p>
                      <a:r>
                        <a:rPr sz="1200"/>
                        <a:t>The malware ran on the ex-employee’s personal device, which was never within the organisation’s endpoint management scope — no policy the organisation controls would have reached it.</a:t>
                      </a:r>
                    </a:p>
                  </a:txBody>
                  <a:tcPr anchor="ctr" marT="36576" marB="36576"/>
                </a:tc>
              </a:tr>
              <a:tr h="457200">
                <a:tc>
                  <a:txBody>
                    <a:bodyPr/>
                    <a:lstStyle/>
                    <a:p>
                      <a:r>
                        <a:rPr sz="1200"/>
                        <a:t>D · The organisation failed to patch the learning platform promptly.</a:t>
                      </a:r>
                    </a:p>
                  </a:txBody>
                  <a:tcPr anchor="ctr" marT="36576" marB="36576"/>
                </a:tc>
                <a:tc>
                  <a:txBody>
                    <a:bodyPr/>
                    <a:lstStyle/>
                    <a:p>
                      <a:r>
                        <a:rPr sz="1200"/>
                        <a:t>Patch status is a separate issue and, in this case, patching had actually happened — it has nothing to do with why a departed employee’s credential still worked.</a:t>
                      </a:r>
                    </a:p>
                  </a:txBody>
                  <a:tcPr anchor="ctr" marT="36576" marB="36576"/>
                </a:tc>
              </a:tr>
            </a:tbl>
          </a:graphicData>
        </a:graphic>
      </p:graphicFrame>
      <p:sp>
        <p:nvSpPr>
          <p:cNvPr id="10" name="TextBox 9"/>
          <p:cNvSpPr txBox="1"/>
          <p:nvPr/>
        </p:nvSpPr>
        <p:spPr>
          <a:xfrm>
            <a:off x="365760" y="6144768"/>
            <a:ext cx="11430000" cy="228600"/>
          </a:xfrm>
          <a:prstGeom prst="rect">
            <a:avLst/>
          </a:prstGeom>
          <a:noFill/>
        </p:spPr>
        <p:txBody>
          <a:bodyPr wrap="square" anchor="t" lIns="0" rIns="0">
            <a:spAutoFit/>
          </a:bodyPr>
          <a:lstStyle/>
          <a:p>
            <a:r>
              <a:rPr b="0" sz="900">
                <a:solidFill>
                  <a:srgbClr val="6B727D"/>
                </a:solidFill>
              </a:rPr>
              <a:t>Week 3 knowledge check (Case D) · Q1</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0"/>
              <a:t>Question 8</a:t>
            </a:r>
          </a:p>
        </p:txBody>
      </p:sp>
      <p:sp>
        <p:nvSpPr>
          <p:cNvPr id="4" name="Footer Placeholder 4">
            <a:extLst>
              <a:ext uri="{FF2B5EF4-FFF2-40B4-BE49-F238E27FC236}">
                <a16:creationId xmlns:a16="http://schemas.microsoft.com/office/drawing/2014/main" id="{E57B29C1-93EA-1886-CD27-23CE023225D9}"/>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t>CS5292 Week 7 · Midterm practice</a:t>
            </a:r>
          </a:p>
        </p:txBody>
      </p:sp>
      <p:sp>
        <p:nvSpPr>
          <p:cNvPr id="6" name="Slide Number Placeholder 13">
            <a:extLst>
              <a:ext uri="{FF2B5EF4-FFF2-40B4-BE49-F238E27FC236}">
                <a16:creationId xmlns:a16="http://schemas.microsoft.com/office/drawing/2014/main" id="{D15FEAD4-DFB9-ED08-EBEE-A4E5DE31E318}"/>
              </a:ext>
            </a:extLst>
          </p:cNvPr>
          <p:cNvSpPr>
            <a:spLocks noGrp="1"/>
          </p:cNvSpPr>
          <p:nvPr>
            <p:ph type="sldNum" sz="quarter" idx="4"/>
          </p:nvPr>
        </p:nvSpPr>
        <p:spPr>
          <a:xfrm>
            <a:off x="11526043" y="6491859"/>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sp>
        <p:nvSpPr>
          <p:cNvPr id="7" name="TextBox 6"/>
          <p:cNvSpPr txBox="1"/>
          <p:nvPr/>
        </p:nvSpPr>
        <p:spPr>
          <a:xfrm>
            <a:off x="365760" y="1097280"/>
            <a:ext cx="11430000" cy="274320"/>
          </a:xfrm>
          <a:prstGeom prst="rect">
            <a:avLst/>
          </a:prstGeom>
          <a:noFill/>
        </p:spPr>
        <p:txBody>
          <a:bodyPr wrap="square" anchor="t" lIns="0" rIns="0">
            <a:spAutoFit/>
          </a:bodyPr>
          <a:lstStyle/>
          <a:p>
            <a:r>
              <a:rPr b="1" sz="1100">
                <a:solidFill>
                  <a:srgbClr val="FD5108"/>
                </a:solidFill>
              </a:rPr>
              <a:t>WEEK 3 KNOWLEDGE CHECK (CASE D) · Q3</a:t>
            </a:r>
          </a:p>
        </p:txBody>
      </p:sp>
      <p:sp>
        <p:nvSpPr>
          <p:cNvPr id="8" name="TextBox 7"/>
          <p:cNvSpPr txBox="1"/>
          <p:nvPr/>
        </p:nvSpPr>
        <p:spPr>
          <a:xfrm>
            <a:off x="365760" y="1417320"/>
            <a:ext cx="11430000" cy="768096"/>
          </a:xfrm>
          <a:prstGeom prst="rect">
            <a:avLst/>
          </a:prstGeom>
          <a:noFill/>
        </p:spPr>
        <p:txBody>
          <a:bodyPr wrap="square" anchor="t" lIns="0" rIns="0">
            <a:spAutoFit/>
          </a:bodyPr>
          <a:lstStyle/>
          <a:p>
            <a:r>
              <a:rPr b="1" sz="1700">
                <a:solidFill>
                  <a:srgbClr val="000000"/>
                </a:solidFill>
              </a:rPr>
              <a:t>A compliance reviewer asks a client whether multi-factor authentication is enforced for privileged accounts, and the client answers "yes." What should the reviewer do next?</a:t>
            </a:r>
          </a:p>
        </p:txBody>
      </p:sp>
      <p:sp>
        <p:nvSpPr>
          <p:cNvPr id="9" name="Rectangle 8"/>
          <p:cNvSpPr/>
          <p:nvPr/>
        </p:nvSpPr>
        <p:spPr>
          <a:xfrm>
            <a:off x="365760" y="2368296"/>
            <a:ext cx="11430000" cy="822959"/>
          </a:xfrm>
          <a:prstGeom prst="rect">
            <a:avLst/>
          </a:prstGeom>
          <a:solidFill>
            <a:srgbClr val="EBEB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27432" bIns="27432"/>
          <a:lstStyle/>
          <a:p>
            <a:pPr algn="l"/>
            <a:r>
              <a:rPr b="1" sz="1500">
                <a:solidFill>
                  <a:srgbClr val="FD5108"/>
                </a:solidFill>
              </a:rPr>
              <a:t>A   </a:t>
            </a:r>
            <a:r>
              <a:rPr sz="1400">
                <a:solidFill>
                  <a:srgbClr val="000000"/>
                </a:solidFill>
              </a:rPr>
              <a:t>Ask for evidence that MFA is enrolled and enforced for every privileged account individually — including local, service, and legacy accounts — not just those reaching the system through the primary gateway.</a:t>
            </a:r>
          </a:p>
        </p:txBody>
      </p:sp>
      <p:sp>
        <p:nvSpPr>
          <p:cNvPr id="10" name="Rectangle 9"/>
          <p:cNvSpPr/>
          <p:nvPr/>
        </p:nvSpPr>
        <p:spPr>
          <a:xfrm>
            <a:off x="365760" y="3300984"/>
            <a:ext cx="11430000" cy="822959"/>
          </a:xfrm>
          <a:prstGeom prst="rect">
            <a:avLst/>
          </a:prstGeom>
          <a:solidFill>
            <a:srgbClr val="EBEB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27432" bIns="27432"/>
          <a:lstStyle/>
          <a:p>
            <a:pPr algn="l"/>
            <a:r>
              <a:rPr b="1" sz="1500">
                <a:solidFill>
                  <a:srgbClr val="FD5108"/>
                </a:solidFill>
              </a:rPr>
              <a:t>B   </a:t>
            </a:r>
            <a:r>
              <a:rPr sz="1400">
                <a:solidFill>
                  <a:srgbClr val="000000"/>
                </a:solidFill>
              </a:rPr>
              <a:t>Accept the answer and move to the next control — MFA is a yes/no control.</a:t>
            </a:r>
          </a:p>
        </p:txBody>
      </p:sp>
      <p:sp>
        <p:nvSpPr>
          <p:cNvPr id="11" name="Rectangle 10"/>
          <p:cNvSpPr/>
          <p:nvPr/>
        </p:nvSpPr>
        <p:spPr>
          <a:xfrm>
            <a:off x="365760" y="4233672"/>
            <a:ext cx="11430000" cy="822959"/>
          </a:xfrm>
          <a:prstGeom prst="rect">
            <a:avLst/>
          </a:prstGeom>
          <a:solidFill>
            <a:srgbClr val="EBEB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27432" bIns="27432"/>
          <a:lstStyle/>
          <a:p>
            <a:pPr algn="l"/>
            <a:r>
              <a:rPr b="1" sz="1500">
                <a:solidFill>
                  <a:srgbClr val="FD5108"/>
                </a:solidFill>
              </a:rPr>
              <a:t>C   </a:t>
            </a:r>
            <a:r>
              <a:rPr sz="1400">
                <a:solidFill>
                  <a:srgbClr val="000000"/>
                </a:solidFill>
              </a:rPr>
              <a:t>Downgrade the client to non-compliant immediately, since verbal answers are never trustworthy.</a:t>
            </a:r>
          </a:p>
        </p:txBody>
      </p:sp>
      <p:sp>
        <p:nvSpPr>
          <p:cNvPr id="12" name="Rectangle 11"/>
          <p:cNvSpPr/>
          <p:nvPr/>
        </p:nvSpPr>
        <p:spPr>
          <a:xfrm>
            <a:off x="365760" y="5166360"/>
            <a:ext cx="11430000" cy="822959"/>
          </a:xfrm>
          <a:prstGeom prst="rect">
            <a:avLst/>
          </a:prstGeom>
          <a:solidFill>
            <a:srgbClr val="EBEB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27432" bIns="27432"/>
          <a:lstStyle/>
          <a:p>
            <a:pPr algn="l"/>
            <a:r>
              <a:rPr b="1" sz="1500">
                <a:solidFill>
                  <a:srgbClr val="FD5108"/>
                </a:solidFill>
              </a:rPr>
              <a:t>D   </a:t>
            </a:r>
            <a:r>
              <a:rPr sz="1400">
                <a:solidFill>
                  <a:srgbClr val="000000"/>
                </a:solidFill>
              </a:rPr>
              <a:t>Ask the client to sign a written attestation confirming the answer is true.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0"/>
              <a:t>Answer 8: A</a:t>
            </a:r>
          </a:p>
        </p:txBody>
      </p:sp>
      <p:sp>
        <p:nvSpPr>
          <p:cNvPr id="4" name="Footer Placeholder 4">
            <a:extLst>
              <a:ext uri="{FF2B5EF4-FFF2-40B4-BE49-F238E27FC236}">
                <a16:creationId xmlns:a16="http://schemas.microsoft.com/office/drawing/2014/main" id="{E57B29C1-93EA-1886-CD27-23CE023225D9}"/>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t>CS5292 Week 7 · Midterm practice</a:t>
            </a:r>
          </a:p>
        </p:txBody>
      </p:sp>
      <p:sp>
        <p:nvSpPr>
          <p:cNvPr id="6" name="Slide Number Placeholder 13">
            <a:extLst>
              <a:ext uri="{FF2B5EF4-FFF2-40B4-BE49-F238E27FC236}">
                <a16:creationId xmlns:a16="http://schemas.microsoft.com/office/drawing/2014/main" id="{D15FEAD4-DFB9-ED08-EBEE-A4E5DE31E318}"/>
              </a:ext>
            </a:extLst>
          </p:cNvPr>
          <p:cNvSpPr>
            <a:spLocks noGrp="1"/>
          </p:cNvSpPr>
          <p:nvPr>
            <p:ph type="sldNum" sz="quarter" idx="4"/>
          </p:nvPr>
        </p:nvSpPr>
        <p:spPr>
          <a:xfrm>
            <a:off x="11526043" y="6491859"/>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sp>
        <p:nvSpPr>
          <p:cNvPr id="7" name="Rectangle 6"/>
          <p:cNvSpPr/>
          <p:nvPr/>
        </p:nvSpPr>
        <p:spPr>
          <a:xfrm>
            <a:off x="365760" y="1234440"/>
            <a:ext cx="11430000" cy="960120"/>
          </a:xfrm>
          <a:prstGeom prst="rect">
            <a:avLst/>
          </a:prstGeom>
          <a:solidFill>
            <a:srgbClr val="FFE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000000"/>
                </a:solidFill>
              </a:rPr>
              <a:t>A   Ask for evidence that MFA is enrolled and enforced for every privileged account individually — including local, service, and legacy accounts — not just those reaching the system through the primary gateway.</a:t>
            </a:r>
          </a:p>
        </p:txBody>
      </p:sp>
      <p:sp>
        <p:nvSpPr>
          <p:cNvPr id="8" name="TextBox 7"/>
          <p:cNvSpPr txBox="1"/>
          <p:nvPr/>
        </p:nvSpPr>
        <p:spPr>
          <a:xfrm>
            <a:off x="365760" y="2377440"/>
            <a:ext cx="11430000" cy="731520"/>
          </a:xfrm>
          <a:prstGeom prst="rect">
            <a:avLst/>
          </a:prstGeom>
          <a:noFill/>
        </p:spPr>
        <p:txBody>
          <a:bodyPr wrap="square" anchor="t" lIns="0" rIns="0">
            <a:spAutoFit/>
          </a:bodyPr>
          <a:lstStyle/>
          <a:p>
            <a:r>
              <a:rPr b="1" sz="1600">
                <a:solidFill>
                  <a:srgbClr val="FD5108"/>
                </a:solidFill>
              </a:rPr>
              <a:t>Why: </a:t>
            </a:r>
          </a:p>
          <a:p>
            <a:r>
              <a:rPr b="0" sz="1600">
                <a:solidFill>
                  <a:srgbClr val="000000"/>
                </a:solidFill>
              </a:rPr>
              <a:t>"Yes" to a blanket question is a design claim, not evidence of scope or operation. Privileged accounts sitting outside the main gateway are exactly the ones most likely to be missed — and most attractive to an attacker.</a:t>
            </a:r>
          </a:p>
        </p:txBody>
      </p:sp>
      <p:graphicFrame>
        <p:nvGraphicFramePr>
          <p:cNvPr id="9" name="Table 8"/>
          <p:cNvGraphicFramePr>
            <a:graphicFrameLocks noGrp="1"/>
          </p:cNvGraphicFramePr>
          <p:nvPr/>
        </p:nvGraphicFramePr>
        <p:xfrm>
          <a:off x="365760" y="3246120"/>
          <a:ext cx="11430000" cy="1828800"/>
        </p:xfrm>
        <a:graphic>
          <a:graphicData uri="http://schemas.openxmlformats.org/drawingml/2006/table">
            <a:tbl>
              <a:tblPr firstRow="1">
                <a:tableStyleId>{605943CB-6F42-4776-B506-94E284F2829C}</a:tableStyleId>
              </a:tblPr>
              <a:tblGrid>
                <a:gridCol w="5120640"/>
                <a:gridCol w="6309360"/>
              </a:tblGrid>
              <a:tr h="457200">
                <a:tc>
                  <a:txBody>
                    <a:bodyPr/>
                    <a:lstStyle/>
                    <a:p>
                      <a:r>
                        <a:rPr sz="1200" b="1"/>
                        <a:t>Option</a:t>
                      </a:r>
                    </a:p>
                  </a:txBody>
                  <a:tcPr anchor="ctr" marT="36576" marB="36576"/>
                </a:tc>
                <a:tc>
                  <a:txBody>
                    <a:bodyPr/>
                    <a:lstStyle/>
                    <a:p>
                      <a:r>
                        <a:rPr sz="1200" b="1"/>
                        <a:t>Why not</a:t>
                      </a:r>
                    </a:p>
                  </a:txBody>
                  <a:tcPr anchor="ctr" marT="36576" marB="36576"/>
                </a:tc>
              </a:tr>
              <a:tr h="457200">
                <a:tc>
                  <a:txBody>
                    <a:bodyPr/>
                    <a:lstStyle/>
                    <a:p>
                      <a:r>
                        <a:rPr sz="1200"/>
                        <a:t>B · Accept the answer and move to the next control — MFA is a yes/no control.</a:t>
                      </a:r>
                    </a:p>
                  </a:txBody>
                  <a:tcPr anchor="ctr" marT="36576" marB="36576"/>
                </a:tc>
                <a:tc>
                  <a:txBody>
                    <a:bodyPr/>
                    <a:lstStyle/>
                    <a:p>
                      <a:r>
                        <a:rPr sz="1200"/>
                        <a:t>This is the exact failure mode this course keeps returning to: a blanket "yes" can be true for the large majority of accounts and still leave the highest-risk few exposed.</a:t>
                      </a:r>
                    </a:p>
                  </a:txBody>
                  <a:tcPr anchor="ctr" marT="36576" marB="36576"/>
                </a:tc>
              </a:tr>
              <a:tr h="457200">
                <a:tc>
                  <a:txBody>
                    <a:bodyPr/>
                    <a:lstStyle/>
                    <a:p>
                      <a:r>
                        <a:rPr sz="1200"/>
                        <a:t>C · Downgrade the client to non-compliant immediately, since verbal answers are never trustworthy.</a:t>
                      </a:r>
                    </a:p>
                  </a:txBody>
                  <a:tcPr anchor="ctr" marT="36576" marB="36576"/>
                </a:tc>
                <a:tc>
                  <a:txBody>
                    <a:bodyPr/>
                    <a:lstStyle/>
                    <a:p>
                      <a:r>
                        <a:rPr sz="1200"/>
                        <a:t>Overcorrecting is also wrong — the answer isn’t necessarily false, it’s unverified. The right move is to ask for evidence, not assume the worst without checking.</a:t>
                      </a:r>
                    </a:p>
                  </a:txBody>
                  <a:tcPr anchor="ctr" marT="36576" marB="36576"/>
                </a:tc>
              </a:tr>
              <a:tr h="457200">
                <a:tc>
                  <a:txBody>
                    <a:bodyPr/>
                    <a:lstStyle/>
                    <a:p>
                      <a:r>
                        <a:rPr sz="1200"/>
                        <a:t>D · Ask the client to sign a written attestation confirming the answer is true.</a:t>
                      </a:r>
                    </a:p>
                  </a:txBody>
                  <a:tcPr anchor="ctr" marT="36576" marB="36576"/>
                </a:tc>
                <a:tc>
                  <a:txBody>
                    <a:bodyPr/>
                    <a:lstStyle/>
                    <a:p>
                      <a:r>
                        <a:rPr sz="1200"/>
                        <a:t>A signed attestation is still a stronger design-level claim — a promise about the policy, not proof the control actually operates that way across every account.</a:t>
                      </a:r>
                    </a:p>
                  </a:txBody>
                  <a:tcPr anchor="ctr" marT="36576" marB="36576"/>
                </a:tc>
              </a:tr>
            </a:tbl>
          </a:graphicData>
        </a:graphic>
      </p:graphicFrame>
      <p:sp>
        <p:nvSpPr>
          <p:cNvPr id="10" name="TextBox 9"/>
          <p:cNvSpPr txBox="1"/>
          <p:nvPr/>
        </p:nvSpPr>
        <p:spPr>
          <a:xfrm>
            <a:off x="365760" y="6144768"/>
            <a:ext cx="11430000" cy="228600"/>
          </a:xfrm>
          <a:prstGeom prst="rect">
            <a:avLst/>
          </a:prstGeom>
          <a:noFill/>
        </p:spPr>
        <p:txBody>
          <a:bodyPr wrap="square" anchor="t" lIns="0" rIns="0">
            <a:spAutoFit/>
          </a:bodyPr>
          <a:lstStyle/>
          <a:p>
            <a:r>
              <a:rPr b="0" sz="900">
                <a:solidFill>
                  <a:srgbClr val="6B727D"/>
                </a:solidFill>
              </a:rPr>
              <a:t>Week 3 knowledge check (Case D) · Q3</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0"/>
              <a:t>Question 9</a:t>
            </a:r>
          </a:p>
        </p:txBody>
      </p:sp>
      <p:sp>
        <p:nvSpPr>
          <p:cNvPr id="4" name="Footer Placeholder 4">
            <a:extLst>
              <a:ext uri="{FF2B5EF4-FFF2-40B4-BE49-F238E27FC236}">
                <a16:creationId xmlns:a16="http://schemas.microsoft.com/office/drawing/2014/main" id="{E57B29C1-93EA-1886-CD27-23CE023225D9}"/>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t>CS5292 Week 7 · Midterm practice</a:t>
            </a:r>
          </a:p>
        </p:txBody>
      </p:sp>
      <p:sp>
        <p:nvSpPr>
          <p:cNvPr id="6" name="Slide Number Placeholder 13">
            <a:extLst>
              <a:ext uri="{FF2B5EF4-FFF2-40B4-BE49-F238E27FC236}">
                <a16:creationId xmlns:a16="http://schemas.microsoft.com/office/drawing/2014/main" id="{D15FEAD4-DFB9-ED08-EBEE-A4E5DE31E318}"/>
              </a:ext>
            </a:extLst>
          </p:cNvPr>
          <p:cNvSpPr>
            <a:spLocks noGrp="1"/>
          </p:cNvSpPr>
          <p:nvPr>
            <p:ph type="sldNum" sz="quarter" idx="4"/>
          </p:nvPr>
        </p:nvSpPr>
        <p:spPr>
          <a:xfrm>
            <a:off x="11526043" y="6491859"/>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sp>
        <p:nvSpPr>
          <p:cNvPr id="7" name="TextBox 6"/>
          <p:cNvSpPr txBox="1"/>
          <p:nvPr/>
        </p:nvSpPr>
        <p:spPr>
          <a:xfrm>
            <a:off x="365760" y="1097280"/>
            <a:ext cx="11430000" cy="274320"/>
          </a:xfrm>
          <a:prstGeom prst="rect">
            <a:avLst/>
          </a:prstGeom>
          <a:noFill/>
        </p:spPr>
        <p:txBody>
          <a:bodyPr wrap="square" anchor="t" lIns="0" rIns="0">
            <a:spAutoFit/>
          </a:bodyPr>
          <a:lstStyle/>
          <a:p>
            <a:r>
              <a:rPr b="1" sz="1100">
                <a:solidFill>
                  <a:srgbClr val="FD5108"/>
                </a:solidFill>
              </a:rPr>
              <a:t>WEEK 3 KNOWLEDGE CHECK (CASE D) · Q5</a:t>
            </a:r>
          </a:p>
        </p:txBody>
      </p:sp>
      <p:sp>
        <p:nvSpPr>
          <p:cNvPr id="8" name="TextBox 7"/>
          <p:cNvSpPr txBox="1"/>
          <p:nvPr/>
        </p:nvSpPr>
        <p:spPr>
          <a:xfrm>
            <a:off x="365760" y="1417320"/>
            <a:ext cx="11430000" cy="768096"/>
          </a:xfrm>
          <a:prstGeom prst="rect">
            <a:avLst/>
          </a:prstGeom>
          <a:noFill/>
        </p:spPr>
        <p:txBody>
          <a:bodyPr wrap="square" anchor="t" lIns="0" rIns="0">
            <a:spAutoFit/>
          </a:bodyPr>
          <a:lstStyle/>
          <a:p>
            <a:r>
              <a:rPr b="1" sz="1700">
                <a:solidFill>
                  <a:srgbClr val="000000"/>
                </a:solidFill>
              </a:rPr>
              <a:t>A reviewer is assessing whether a password-policy control is met. Which piece of evidence demonstrates operating effectiveness, rather than just control design?</a:t>
            </a:r>
          </a:p>
        </p:txBody>
      </p:sp>
      <p:sp>
        <p:nvSpPr>
          <p:cNvPr id="9" name="Rectangle 8"/>
          <p:cNvSpPr/>
          <p:nvPr/>
        </p:nvSpPr>
        <p:spPr>
          <a:xfrm>
            <a:off x="365760" y="2368296"/>
            <a:ext cx="11430000" cy="822959"/>
          </a:xfrm>
          <a:prstGeom prst="rect">
            <a:avLst/>
          </a:prstGeom>
          <a:solidFill>
            <a:srgbClr val="EBEB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27432" bIns="27432"/>
          <a:lstStyle/>
          <a:p>
            <a:pPr algn="l"/>
            <a:r>
              <a:rPr b="1" sz="1500">
                <a:solidFill>
                  <a:srgbClr val="FD5108"/>
                </a:solidFill>
              </a:rPr>
              <a:t>A   </a:t>
            </a:r>
            <a:r>
              <a:rPr sz="1400">
                <a:solidFill>
                  <a:srgbClr val="000000"/>
                </a:solidFill>
              </a:rPr>
              <a:t>A written password policy document, approved and signed by IT leadership.</a:t>
            </a:r>
          </a:p>
        </p:txBody>
      </p:sp>
      <p:sp>
        <p:nvSpPr>
          <p:cNvPr id="10" name="Rectangle 9"/>
          <p:cNvSpPr/>
          <p:nvPr/>
        </p:nvSpPr>
        <p:spPr>
          <a:xfrm>
            <a:off x="365760" y="3300984"/>
            <a:ext cx="11430000" cy="822959"/>
          </a:xfrm>
          <a:prstGeom prst="rect">
            <a:avLst/>
          </a:prstGeom>
          <a:solidFill>
            <a:srgbClr val="EBEB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27432" bIns="27432"/>
          <a:lstStyle/>
          <a:p>
            <a:pPr algn="l"/>
            <a:r>
              <a:rPr b="1" sz="1500">
                <a:solidFill>
                  <a:srgbClr val="FD5108"/>
                </a:solidFill>
              </a:rPr>
              <a:t>B   </a:t>
            </a:r>
            <a:r>
              <a:rPr sz="1400">
                <a:solidFill>
                  <a:srgbClr val="000000"/>
                </a:solidFill>
              </a:rPr>
              <a:t>An organisation chart showing who owns the password policy.</a:t>
            </a:r>
          </a:p>
        </p:txBody>
      </p:sp>
      <p:sp>
        <p:nvSpPr>
          <p:cNvPr id="11" name="Rectangle 10"/>
          <p:cNvSpPr/>
          <p:nvPr/>
        </p:nvSpPr>
        <p:spPr>
          <a:xfrm>
            <a:off x="365760" y="4233672"/>
            <a:ext cx="11430000" cy="822959"/>
          </a:xfrm>
          <a:prstGeom prst="rect">
            <a:avLst/>
          </a:prstGeom>
          <a:solidFill>
            <a:srgbClr val="EBEB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27432" bIns="27432"/>
          <a:lstStyle/>
          <a:p>
            <a:pPr algn="l"/>
            <a:r>
              <a:rPr b="1" sz="1500">
                <a:solidFill>
                  <a:srgbClr val="FD5108"/>
                </a:solidFill>
              </a:rPr>
              <a:t>C   </a:t>
            </a:r>
            <a:r>
              <a:rPr sz="1400">
                <a:solidFill>
                  <a:srgbClr val="000000"/>
                </a:solidFill>
              </a:rPr>
              <a:t>A statement from IT leadership that the policy is enforced.</a:t>
            </a:r>
          </a:p>
        </p:txBody>
      </p:sp>
      <p:sp>
        <p:nvSpPr>
          <p:cNvPr id="12" name="Rectangle 11"/>
          <p:cNvSpPr/>
          <p:nvPr/>
        </p:nvSpPr>
        <p:spPr>
          <a:xfrm>
            <a:off x="365760" y="5166360"/>
            <a:ext cx="11430000" cy="822959"/>
          </a:xfrm>
          <a:prstGeom prst="rect">
            <a:avLst/>
          </a:prstGeom>
          <a:solidFill>
            <a:srgbClr val="EBEB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27432" bIns="27432"/>
          <a:lstStyle/>
          <a:p>
            <a:pPr algn="l"/>
            <a:r>
              <a:rPr b="1" sz="1500">
                <a:solidFill>
                  <a:srgbClr val="FD5108"/>
                </a:solidFill>
              </a:rPr>
              <a:t>D   </a:t>
            </a:r>
            <a:r>
              <a:rPr sz="1400">
                <a:solidFill>
                  <a:srgbClr val="000000"/>
                </a:solidFill>
              </a:rPr>
              <a:t>A system configuration export showing the platform’s actual password-age and complexity settings, matching the written policy.</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0"/>
              <a:t>Answer 9: D</a:t>
            </a:r>
          </a:p>
        </p:txBody>
      </p:sp>
      <p:sp>
        <p:nvSpPr>
          <p:cNvPr id="4" name="Footer Placeholder 4">
            <a:extLst>
              <a:ext uri="{FF2B5EF4-FFF2-40B4-BE49-F238E27FC236}">
                <a16:creationId xmlns:a16="http://schemas.microsoft.com/office/drawing/2014/main" id="{E57B29C1-93EA-1886-CD27-23CE023225D9}"/>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t>CS5292 Week 7 · Midterm practice</a:t>
            </a:r>
          </a:p>
        </p:txBody>
      </p:sp>
      <p:sp>
        <p:nvSpPr>
          <p:cNvPr id="6" name="Slide Number Placeholder 13">
            <a:extLst>
              <a:ext uri="{FF2B5EF4-FFF2-40B4-BE49-F238E27FC236}">
                <a16:creationId xmlns:a16="http://schemas.microsoft.com/office/drawing/2014/main" id="{D15FEAD4-DFB9-ED08-EBEE-A4E5DE31E318}"/>
              </a:ext>
            </a:extLst>
          </p:cNvPr>
          <p:cNvSpPr>
            <a:spLocks noGrp="1"/>
          </p:cNvSpPr>
          <p:nvPr>
            <p:ph type="sldNum" sz="quarter" idx="4"/>
          </p:nvPr>
        </p:nvSpPr>
        <p:spPr>
          <a:xfrm>
            <a:off x="11526043" y="6491859"/>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sp>
        <p:nvSpPr>
          <p:cNvPr id="7" name="Rectangle 6"/>
          <p:cNvSpPr/>
          <p:nvPr/>
        </p:nvSpPr>
        <p:spPr>
          <a:xfrm>
            <a:off x="365760" y="1234440"/>
            <a:ext cx="11430000" cy="960120"/>
          </a:xfrm>
          <a:prstGeom prst="rect">
            <a:avLst/>
          </a:prstGeom>
          <a:solidFill>
            <a:srgbClr val="FFE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000000"/>
                </a:solidFill>
              </a:rPr>
              <a:t>D   A system configuration export showing the platform’s actual password-age and complexity settings, matching the written policy.</a:t>
            </a:r>
          </a:p>
        </p:txBody>
      </p:sp>
      <p:sp>
        <p:nvSpPr>
          <p:cNvPr id="8" name="TextBox 7"/>
          <p:cNvSpPr txBox="1"/>
          <p:nvPr/>
        </p:nvSpPr>
        <p:spPr>
          <a:xfrm>
            <a:off x="365760" y="2377440"/>
            <a:ext cx="11430000" cy="731520"/>
          </a:xfrm>
          <a:prstGeom prst="rect">
            <a:avLst/>
          </a:prstGeom>
          <a:noFill/>
        </p:spPr>
        <p:txBody>
          <a:bodyPr wrap="square" anchor="t" lIns="0" rIns="0">
            <a:spAutoFit/>
          </a:bodyPr>
          <a:lstStyle/>
          <a:p>
            <a:r>
              <a:rPr b="1" sz="1600">
                <a:solidFill>
                  <a:srgbClr val="FD5108"/>
                </a:solidFill>
              </a:rPr>
              <a:t>Why: </a:t>
            </a:r>
          </a:p>
          <a:p>
            <a:r>
              <a:rPr b="0" sz="1600">
                <a:solidFill>
                  <a:srgbClr val="000000"/>
                </a:solidFill>
              </a:rPr>
              <a:t>A direct output of the system itself — evidence of what’s actually configured, not what’s merely intended or claimed. That’s the defining feature of operating-effectiveness evidence.</a:t>
            </a:r>
          </a:p>
        </p:txBody>
      </p:sp>
      <p:graphicFrame>
        <p:nvGraphicFramePr>
          <p:cNvPr id="9" name="Table 8"/>
          <p:cNvGraphicFramePr>
            <a:graphicFrameLocks noGrp="1"/>
          </p:cNvGraphicFramePr>
          <p:nvPr/>
        </p:nvGraphicFramePr>
        <p:xfrm>
          <a:off x="365760" y="3246120"/>
          <a:ext cx="11430000" cy="1828800"/>
        </p:xfrm>
        <a:graphic>
          <a:graphicData uri="http://schemas.openxmlformats.org/drawingml/2006/table">
            <a:tbl>
              <a:tblPr firstRow="1">
                <a:tableStyleId>{605943CB-6F42-4776-B506-94E284F2829C}</a:tableStyleId>
              </a:tblPr>
              <a:tblGrid>
                <a:gridCol w="5120640"/>
                <a:gridCol w="6309360"/>
              </a:tblGrid>
              <a:tr h="457200">
                <a:tc>
                  <a:txBody>
                    <a:bodyPr/>
                    <a:lstStyle/>
                    <a:p>
                      <a:r>
                        <a:rPr sz="1300" b="1"/>
                        <a:t>Option</a:t>
                      </a:r>
                    </a:p>
                  </a:txBody>
                  <a:tcPr anchor="ctr" marT="36576" marB="36576"/>
                </a:tc>
                <a:tc>
                  <a:txBody>
                    <a:bodyPr/>
                    <a:lstStyle/>
                    <a:p>
                      <a:r>
                        <a:rPr sz="1300" b="1"/>
                        <a:t>Why not</a:t>
                      </a:r>
                    </a:p>
                  </a:txBody>
                  <a:tcPr anchor="ctr" marT="36576" marB="36576"/>
                </a:tc>
              </a:tr>
              <a:tr h="457200">
                <a:tc>
                  <a:txBody>
                    <a:bodyPr/>
                    <a:lstStyle/>
                    <a:p>
                      <a:r>
                        <a:rPr sz="1300"/>
                        <a:t>A · A written password policy document, approved and signed by IT leadership.</a:t>
                      </a:r>
                    </a:p>
                  </a:txBody>
                  <a:tcPr anchor="ctr" marT="36576" marB="36576"/>
                </a:tc>
                <a:tc>
                  <a:txBody>
                    <a:bodyPr/>
                    <a:lstStyle/>
                    <a:p>
                      <a:r>
                        <a:rPr sz="1300"/>
                        <a:t>Design evidence — it shows a policy exists and was authorised, not that any system is actually configured to enforce it.</a:t>
                      </a:r>
                    </a:p>
                  </a:txBody>
                  <a:tcPr anchor="ctr" marT="36576" marB="36576"/>
                </a:tc>
              </a:tr>
              <a:tr h="457200">
                <a:tc>
                  <a:txBody>
                    <a:bodyPr/>
                    <a:lstStyle/>
                    <a:p>
                      <a:r>
                        <a:rPr sz="1300"/>
                        <a:t>B · An organisation chart showing who owns the password policy.</a:t>
                      </a:r>
                    </a:p>
                  </a:txBody>
                  <a:tcPr anchor="ctr" marT="36576" marB="36576"/>
                </a:tc>
                <a:tc>
                  <a:txBody>
                    <a:bodyPr/>
                    <a:lstStyle/>
                    <a:p>
                      <a:r>
                        <a:rPr sz="1300"/>
                        <a:t>Useful scoping/ownership information, but it says nothing about whether the policy is technically enforced anywhere.</a:t>
                      </a:r>
                    </a:p>
                  </a:txBody>
                  <a:tcPr anchor="ctr" marT="36576" marB="36576"/>
                </a:tc>
              </a:tr>
              <a:tr h="457200">
                <a:tc>
                  <a:txBody>
                    <a:bodyPr/>
                    <a:lstStyle/>
                    <a:p>
                      <a:r>
                        <a:rPr sz="1300"/>
                        <a:t>C · A statement from IT leadership that the policy is enforced.</a:t>
                      </a:r>
                    </a:p>
                  </a:txBody>
                  <a:tcPr anchor="ctr" marT="36576" marB="36576"/>
                </a:tc>
                <a:tc>
                  <a:txBody>
                    <a:bodyPr/>
                    <a:lstStyle/>
                    <a:p>
                      <a:r>
                        <a:rPr sz="1300"/>
                        <a:t>Still a design-level claim from the control owner — exactly the kind of statement operating-effectiveness testing exists to check, not a substitute for it.</a:t>
                      </a:r>
                    </a:p>
                  </a:txBody>
                  <a:tcPr anchor="ctr" marT="36576" marB="36576"/>
                </a:tc>
              </a:tr>
            </a:tbl>
          </a:graphicData>
        </a:graphic>
      </p:graphicFrame>
      <p:sp>
        <p:nvSpPr>
          <p:cNvPr id="10" name="TextBox 9"/>
          <p:cNvSpPr txBox="1"/>
          <p:nvPr/>
        </p:nvSpPr>
        <p:spPr>
          <a:xfrm>
            <a:off x="365760" y="6144768"/>
            <a:ext cx="11430000" cy="228600"/>
          </a:xfrm>
          <a:prstGeom prst="rect">
            <a:avLst/>
          </a:prstGeom>
          <a:noFill/>
        </p:spPr>
        <p:txBody>
          <a:bodyPr wrap="square" anchor="t" lIns="0" rIns="0">
            <a:spAutoFit/>
          </a:bodyPr>
          <a:lstStyle/>
          <a:p>
            <a:r>
              <a:rPr b="0" sz="900">
                <a:solidFill>
                  <a:srgbClr val="6B727D"/>
                </a:solidFill>
              </a:rPr>
              <a:t>Week 3 knowledge check (Case D) · Q5</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0"/>
              <a:t>Question 10</a:t>
            </a:r>
          </a:p>
        </p:txBody>
      </p:sp>
      <p:sp>
        <p:nvSpPr>
          <p:cNvPr id="4" name="Footer Placeholder 4">
            <a:extLst>
              <a:ext uri="{FF2B5EF4-FFF2-40B4-BE49-F238E27FC236}">
                <a16:creationId xmlns:a16="http://schemas.microsoft.com/office/drawing/2014/main" id="{E57B29C1-93EA-1886-CD27-23CE023225D9}"/>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t>CS5292 Week 7 · Midterm practice</a:t>
            </a:r>
          </a:p>
        </p:txBody>
      </p:sp>
      <p:sp>
        <p:nvSpPr>
          <p:cNvPr id="6" name="Slide Number Placeholder 13">
            <a:extLst>
              <a:ext uri="{FF2B5EF4-FFF2-40B4-BE49-F238E27FC236}">
                <a16:creationId xmlns:a16="http://schemas.microsoft.com/office/drawing/2014/main" id="{D15FEAD4-DFB9-ED08-EBEE-A4E5DE31E318}"/>
              </a:ext>
            </a:extLst>
          </p:cNvPr>
          <p:cNvSpPr>
            <a:spLocks noGrp="1"/>
          </p:cNvSpPr>
          <p:nvPr>
            <p:ph type="sldNum" sz="quarter" idx="4"/>
          </p:nvPr>
        </p:nvSpPr>
        <p:spPr>
          <a:xfrm>
            <a:off x="11526043" y="6491859"/>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sp>
        <p:nvSpPr>
          <p:cNvPr id="7" name="TextBox 6"/>
          <p:cNvSpPr txBox="1"/>
          <p:nvPr/>
        </p:nvSpPr>
        <p:spPr>
          <a:xfrm>
            <a:off x="365760" y="1097280"/>
            <a:ext cx="11430000" cy="274320"/>
          </a:xfrm>
          <a:prstGeom prst="rect">
            <a:avLst/>
          </a:prstGeom>
          <a:noFill/>
        </p:spPr>
        <p:txBody>
          <a:bodyPr wrap="square" anchor="t" lIns="0" rIns="0">
            <a:spAutoFit/>
          </a:bodyPr>
          <a:lstStyle/>
          <a:p>
            <a:r>
              <a:rPr b="1" sz="1100">
                <a:solidFill>
                  <a:srgbClr val="FD5108"/>
                </a:solidFill>
              </a:rPr>
              <a:t>WEEK 3 KNOWLEDGE CHECK (CASE D) · Q8</a:t>
            </a:r>
          </a:p>
        </p:txBody>
      </p:sp>
      <p:sp>
        <p:nvSpPr>
          <p:cNvPr id="8" name="TextBox 7"/>
          <p:cNvSpPr txBox="1"/>
          <p:nvPr/>
        </p:nvSpPr>
        <p:spPr>
          <a:xfrm>
            <a:off x="365760" y="1417320"/>
            <a:ext cx="11430000" cy="1078992"/>
          </a:xfrm>
          <a:prstGeom prst="rect">
            <a:avLst/>
          </a:prstGeom>
          <a:noFill/>
        </p:spPr>
        <p:txBody>
          <a:bodyPr wrap="square" anchor="t" lIns="0" rIns="0">
            <a:spAutoFit/>
          </a:bodyPr>
          <a:lstStyle/>
          <a:p>
            <a:r>
              <a:rPr b="1" sz="1700">
                <a:solidFill>
                  <a:srgbClr val="000000"/>
                </a:solidFill>
              </a:rPr>
              <a:t>A reviewer confirms that MFA has been rolled out and is evidenced for every account that reaches a system through the organisation’s SSO gateway. However, a local, service-style admin account exists outside that gateway and has never been enrolled in MFA. How should this control be rated?</a:t>
            </a:r>
          </a:p>
        </p:txBody>
      </p:sp>
      <p:sp>
        <p:nvSpPr>
          <p:cNvPr id="9" name="Rectangle 8"/>
          <p:cNvSpPr/>
          <p:nvPr/>
        </p:nvSpPr>
        <p:spPr>
          <a:xfrm>
            <a:off x="365760" y="2679192"/>
            <a:ext cx="11430000" cy="745235"/>
          </a:xfrm>
          <a:prstGeom prst="rect">
            <a:avLst/>
          </a:prstGeom>
          <a:solidFill>
            <a:srgbClr val="EBEB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27432" bIns="27432"/>
          <a:lstStyle/>
          <a:p>
            <a:pPr algn="l"/>
            <a:r>
              <a:rPr b="1" sz="1500">
                <a:solidFill>
                  <a:srgbClr val="FD5108"/>
                </a:solidFill>
              </a:rPr>
              <a:t>A   </a:t>
            </a:r>
            <a:r>
              <a:rPr sz="1400">
                <a:solidFill>
                  <a:srgbClr val="000000"/>
                </a:solidFill>
              </a:rPr>
              <a:t>Partially compliant — real progress has been evidenced for the accounts in scope, but a specific, identified gap means the control isn’t fully operating as required.</a:t>
            </a:r>
          </a:p>
        </p:txBody>
      </p:sp>
      <p:sp>
        <p:nvSpPr>
          <p:cNvPr id="10" name="Rectangle 9"/>
          <p:cNvSpPr/>
          <p:nvPr/>
        </p:nvSpPr>
        <p:spPr>
          <a:xfrm>
            <a:off x="365760" y="3534156"/>
            <a:ext cx="11430000" cy="745235"/>
          </a:xfrm>
          <a:prstGeom prst="rect">
            <a:avLst/>
          </a:prstGeom>
          <a:solidFill>
            <a:srgbClr val="EBEB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27432" bIns="27432"/>
          <a:lstStyle/>
          <a:p>
            <a:pPr algn="l"/>
            <a:r>
              <a:rPr b="1" sz="1500">
                <a:solidFill>
                  <a:srgbClr val="FD5108"/>
                </a:solidFill>
              </a:rPr>
              <a:t>B   </a:t>
            </a:r>
            <a:r>
              <a:rPr sz="1400">
                <a:solidFill>
                  <a:srgbClr val="000000"/>
                </a:solidFill>
              </a:rPr>
              <a:t>Non-compliant — since not every account has MFA, none of the evidence provided counts.</a:t>
            </a:r>
          </a:p>
        </p:txBody>
      </p:sp>
      <p:sp>
        <p:nvSpPr>
          <p:cNvPr id="11" name="Rectangle 10"/>
          <p:cNvSpPr/>
          <p:nvPr/>
        </p:nvSpPr>
        <p:spPr>
          <a:xfrm>
            <a:off x="365760" y="4389120"/>
            <a:ext cx="11430000" cy="745235"/>
          </a:xfrm>
          <a:prstGeom prst="rect">
            <a:avLst/>
          </a:prstGeom>
          <a:solidFill>
            <a:srgbClr val="EBEB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27432" bIns="27432"/>
          <a:lstStyle/>
          <a:p>
            <a:pPr algn="l"/>
            <a:r>
              <a:rPr b="1" sz="1500">
                <a:solidFill>
                  <a:srgbClr val="FD5108"/>
                </a:solidFill>
              </a:rPr>
              <a:t>C   </a:t>
            </a:r>
            <a:r>
              <a:rPr sz="1400">
                <a:solidFill>
                  <a:srgbClr val="000000"/>
                </a:solidFill>
              </a:rPr>
              <a:t>Fully compliant — the vast majority of accounts are covered, and one account is an immaterial exception.</a:t>
            </a:r>
          </a:p>
        </p:txBody>
      </p:sp>
      <p:sp>
        <p:nvSpPr>
          <p:cNvPr id="12" name="Rectangle 11"/>
          <p:cNvSpPr/>
          <p:nvPr/>
        </p:nvSpPr>
        <p:spPr>
          <a:xfrm>
            <a:off x="365760" y="5244084"/>
            <a:ext cx="11430000" cy="745235"/>
          </a:xfrm>
          <a:prstGeom prst="rect">
            <a:avLst/>
          </a:prstGeom>
          <a:solidFill>
            <a:srgbClr val="EBEB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27432" bIns="27432"/>
          <a:lstStyle/>
          <a:p>
            <a:pPr algn="l"/>
            <a:r>
              <a:rPr b="1" sz="1500">
                <a:solidFill>
                  <a:srgbClr val="FD5108"/>
                </a:solidFill>
              </a:rPr>
              <a:t>D   </a:t>
            </a:r>
            <a:r>
              <a:rPr sz="1400">
                <a:solidFill>
                  <a:srgbClr val="000000"/>
                </a:solidFill>
              </a:rPr>
              <a:t>Compliant with a caveat noted for management’s awareness, but rated fully compliant for reporting purposes.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0"/>
              <a:t>Answer 10: A</a:t>
            </a:r>
          </a:p>
        </p:txBody>
      </p:sp>
      <p:sp>
        <p:nvSpPr>
          <p:cNvPr id="4" name="Footer Placeholder 4">
            <a:extLst>
              <a:ext uri="{FF2B5EF4-FFF2-40B4-BE49-F238E27FC236}">
                <a16:creationId xmlns:a16="http://schemas.microsoft.com/office/drawing/2014/main" id="{E57B29C1-93EA-1886-CD27-23CE023225D9}"/>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t>CS5292 Week 7 · Midterm practice</a:t>
            </a:r>
          </a:p>
        </p:txBody>
      </p:sp>
      <p:sp>
        <p:nvSpPr>
          <p:cNvPr id="6" name="Slide Number Placeholder 13">
            <a:extLst>
              <a:ext uri="{FF2B5EF4-FFF2-40B4-BE49-F238E27FC236}">
                <a16:creationId xmlns:a16="http://schemas.microsoft.com/office/drawing/2014/main" id="{D15FEAD4-DFB9-ED08-EBEE-A4E5DE31E318}"/>
              </a:ext>
            </a:extLst>
          </p:cNvPr>
          <p:cNvSpPr>
            <a:spLocks noGrp="1"/>
          </p:cNvSpPr>
          <p:nvPr>
            <p:ph type="sldNum" sz="quarter" idx="4"/>
          </p:nvPr>
        </p:nvSpPr>
        <p:spPr>
          <a:xfrm>
            <a:off x="11526043" y="6491859"/>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sp>
        <p:nvSpPr>
          <p:cNvPr id="7" name="Rectangle 6"/>
          <p:cNvSpPr/>
          <p:nvPr/>
        </p:nvSpPr>
        <p:spPr>
          <a:xfrm>
            <a:off x="365760" y="1234440"/>
            <a:ext cx="11430000" cy="960120"/>
          </a:xfrm>
          <a:prstGeom prst="rect">
            <a:avLst/>
          </a:prstGeom>
          <a:solidFill>
            <a:srgbClr val="FFE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000000"/>
                </a:solidFill>
              </a:rPr>
              <a:t>A   Partially compliant — real progress has been evidenced for the accounts in scope, but a specific, identified gap means the control isn’t fully operating as required.</a:t>
            </a:r>
          </a:p>
        </p:txBody>
      </p:sp>
      <p:sp>
        <p:nvSpPr>
          <p:cNvPr id="8" name="TextBox 7"/>
          <p:cNvSpPr txBox="1"/>
          <p:nvPr/>
        </p:nvSpPr>
        <p:spPr>
          <a:xfrm>
            <a:off x="365760" y="2377440"/>
            <a:ext cx="11430000" cy="731520"/>
          </a:xfrm>
          <a:prstGeom prst="rect">
            <a:avLst/>
          </a:prstGeom>
          <a:noFill/>
        </p:spPr>
        <p:txBody>
          <a:bodyPr wrap="square" anchor="t" lIns="0" rIns="0">
            <a:spAutoFit/>
          </a:bodyPr>
          <a:lstStyle/>
          <a:p>
            <a:r>
              <a:rPr b="1" sz="1600">
                <a:solidFill>
                  <a:srgbClr val="FD5108"/>
                </a:solidFill>
              </a:rPr>
              <a:t>Why: </a:t>
            </a:r>
          </a:p>
          <a:p>
            <a:r>
              <a:rPr b="0" sz="1600">
                <a:solidFill>
                  <a:srgbClr val="000000"/>
                </a:solidFill>
              </a:rPr>
              <a:t>This captures both truths at once: the uplift is real and evidenced (not non-compliant), but a named, unaddressed gap means the control doesn’t yet meet the requirement in full (not fully compliant).</a:t>
            </a:r>
          </a:p>
        </p:txBody>
      </p:sp>
      <p:graphicFrame>
        <p:nvGraphicFramePr>
          <p:cNvPr id="9" name="Table 8"/>
          <p:cNvGraphicFramePr>
            <a:graphicFrameLocks noGrp="1"/>
          </p:cNvGraphicFramePr>
          <p:nvPr/>
        </p:nvGraphicFramePr>
        <p:xfrm>
          <a:off x="365760" y="3246120"/>
          <a:ext cx="11430000" cy="1828800"/>
        </p:xfrm>
        <a:graphic>
          <a:graphicData uri="http://schemas.openxmlformats.org/drawingml/2006/table">
            <a:tbl>
              <a:tblPr firstRow="1">
                <a:tableStyleId>{605943CB-6F42-4776-B506-94E284F2829C}</a:tableStyleId>
              </a:tblPr>
              <a:tblGrid>
                <a:gridCol w="5120640"/>
                <a:gridCol w="6309360"/>
              </a:tblGrid>
              <a:tr h="457200">
                <a:tc>
                  <a:txBody>
                    <a:bodyPr/>
                    <a:lstStyle/>
                    <a:p>
                      <a:r>
                        <a:rPr sz="1200" b="1"/>
                        <a:t>Option</a:t>
                      </a:r>
                    </a:p>
                  </a:txBody>
                  <a:tcPr anchor="ctr" marT="36576" marB="36576"/>
                </a:tc>
                <a:tc>
                  <a:txBody>
                    <a:bodyPr/>
                    <a:lstStyle/>
                    <a:p>
                      <a:r>
                        <a:rPr sz="1200" b="1"/>
                        <a:t>Why not</a:t>
                      </a:r>
                    </a:p>
                  </a:txBody>
                  <a:tcPr anchor="ctr" marT="36576" marB="36576"/>
                </a:tc>
              </a:tr>
              <a:tr h="457200">
                <a:tc>
                  <a:txBody>
                    <a:bodyPr/>
                    <a:lstStyle/>
                    <a:p>
                      <a:r>
                        <a:rPr sz="1200"/>
                        <a:t>B · Non-compliant — since not every account has MFA, none of the evidence provided counts.</a:t>
                      </a:r>
                    </a:p>
                  </a:txBody>
                  <a:tcPr anchor="ctr" marT="36576" marB="36576"/>
                </a:tc>
                <a:tc>
                  <a:txBody>
                    <a:bodyPr/>
                    <a:lstStyle/>
                    <a:p>
                      <a:r>
                        <a:rPr sz="1200"/>
                        <a:t>This discards real, verified progress. The SSO-scoped accounts are genuinely evidenced as compliant; ignoring that understates what’s actually been achieved.</a:t>
                      </a:r>
                    </a:p>
                  </a:txBody>
                  <a:tcPr anchor="ctr" marT="36576" marB="36576"/>
                </a:tc>
              </a:tr>
              <a:tr h="457200">
                <a:tc>
                  <a:txBody>
                    <a:bodyPr/>
                    <a:lstStyle/>
                    <a:p>
                      <a:r>
                        <a:rPr sz="1200"/>
                        <a:t>C · Fully compliant — the vast majority of accounts are covered, and one account is an immaterial exception.</a:t>
                      </a:r>
                    </a:p>
                  </a:txBody>
                  <a:tcPr anchor="ctr" marT="36576" marB="36576"/>
                </a:tc>
                <a:tc>
                  <a:txBody>
                    <a:bodyPr/>
                    <a:lstStyle/>
                    <a:p>
                      <a:r>
                        <a:rPr sz="1200"/>
                        <a:t>The account left out isn’t a random low-risk exception — it’s the same class of privileged account that’s historically the highest-value target. Materiality cuts the opposite way from account count.</a:t>
                      </a:r>
                    </a:p>
                  </a:txBody>
                  <a:tcPr anchor="ctr" marT="36576" marB="36576"/>
                </a:tc>
              </a:tr>
              <a:tr h="457200">
                <a:tc>
                  <a:txBody>
                    <a:bodyPr/>
                    <a:lstStyle/>
                    <a:p>
                      <a:r>
                        <a:rPr sz="1200"/>
                        <a:t>D · Compliant with a caveat noted for management’s awareness, but rated fully compliant for reporting purposes.</a:t>
                      </a:r>
                    </a:p>
                  </a:txBody>
                  <a:tcPr anchor="ctr" marT="36576" marB="36576"/>
                </a:tc>
                <a:tc>
                  <a:txBody>
                    <a:bodyPr/>
                    <a:lstStyle/>
                    <a:p>
                      <a:r>
                        <a:rPr sz="1200"/>
                        <a:t>A rating exists to be relied on as stated; burying a known, material control gap in a footnote while reporting "fully compliant" misrepresents the actual state of the control.</a:t>
                      </a:r>
                    </a:p>
                  </a:txBody>
                  <a:tcPr anchor="ctr" marT="36576" marB="36576"/>
                </a:tc>
              </a:tr>
            </a:tbl>
          </a:graphicData>
        </a:graphic>
      </p:graphicFrame>
      <p:sp>
        <p:nvSpPr>
          <p:cNvPr id="10" name="TextBox 9"/>
          <p:cNvSpPr txBox="1"/>
          <p:nvPr/>
        </p:nvSpPr>
        <p:spPr>
          <a:xfrm>
            <a:off x="365760" y="6144768"/>
            <a:ext cx="11430000" cy="228600"/>
          </a:xfrm>
          <a:prstGeom prst="rect">
            <a:avLst/>
          </a:prstGeom>
          <a:noFill/>
        </p:spPr>
        <p:txBody>
          <a:bodyPr wrap="square" anchor="t" lIns="0" rIns="0">
            <a:spAutoFit/>
          </a:bodyPr>
          <a:lstStyle/>
          <a:p>
            <a:r>
              <a:rPr b="0" sz="900">
                <a:solidFill>
                  <a:srgbClr val="6B727D"/>
                </a:solidFill>
              </a:rPr>
              <a:t>Week 3 knowledge check (Case D) · Q8</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0"/>
              <a:t>Question 11</a:t>
            </a:r>
          </a:p>
        </p:txBody>
      </p:sp>
      <p:sp>
        <p:nvSpPr>
          <p:cNvPr id="4" name="Footer Placeholder 4">
            <a:extLst>
              <a:ext uri="{FF2B5EF4-FFF2-40B4-BE49-F238E27FC236}">
                <a16:creationId xmlns:a16="http://schemas.microsoft.com/office/drawing/2014/main" id="{E57B29C1-93EA-1886-CD27-23CE023225D9}"/>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t>CS5292 Week 7 · Midterm practice</a:t>
            </a:r>
          </a:p>
        </p:txBody>
      </p:sp>
      <p:sp>
        <p:nvSpPr>
          <p:cNvPr id="6" name="Slide Number Placeholder 13">
            <a:extLst>
              <a:ext uri="{FF2B5EF4-FFF2-40B4-BE49-F238E27FC236}">
                <a16:creationId xmlns:a16="http://schemas.microsoft.com/office/drawing/2014/main" id="{D15FEAD4-DFB9-ED08-EBEE-A4E5DE31E318}"/>
              </a:ext>
            </a:extLst>
          </p:cNvPr>
          <p:cNvSpPr>
            <a:spLocks noGrp="1"/>
          </p:cNvSpPr>
          <p:nvPr>
            <p:ph type="sldNum" sz="quarter" idx="4"/>
          </p:nvPr>
        </p:nvSpPr>
        <p:spPr>
          <a:xfrm>
            <a:off x="11526043" y="6491859"/>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sp>
        <p:nvSpPr>
          <p:cNvPr id="7" name="TextBox 6"/>
          <p:cNvSpPr txBox="1"/>
          <p:nvPr/>
        </p:nvSpPr>
        <p:spPr>
          <a:xfrm>
            <a:off x="365760" y="1097280"/>
            <a:ext cx="11430000" cy="274320"/>
          </a:xfrm>
          <a:prstGeom prst="rect">
            <a:avLst/>
          </a:prstGeom>
          <a:noFill/>
        </p:spPr>
        <p:txBody>
          <a:bodyPr wrap="square" anchor="t" lIns="0" rIns="0">
            <a:spAutoFit/>
          </a:bodyPr>
          <a:lstStyle/>
          <a:p>
            <a:r>
              <a:rPr b="1" sz="1100">
                <a:solidFill>
                  <a:srgbClr val="FD5108"/>
                </a:solidFill>
              </a:rPr>
              <a:t>WEEK 4 KNOWLEDGE CHECK (S17 / G3) · Q3 · S17 §20.2.2 · G3 §20.2(B)</a:t>
            </a:r>
          </a:p>
        </p:txBody>
      </p:sp>
      <p:sp>
        <p:nvSpPr>
          <p:cNvPr id="8" name="TextBox 7"/>
          <p:cNvSpPr txBox="1"/>
          <p:nvPr/>
        </p:nvSpPr>
        <p:spPr>
          <a:xfrm>
            <a:off x="365760" y="1417320"/>
            <a:ext cx="11430000" cy="768096"/>
          </a:xfrm>
          <a:prstGeom prst="rect">
            <a:avLst/>
          </a:prstGeom>
          <a:noFill/>
        </p:spPr>
        <p:txBody>
          <a:bodyPr wrap="square" anchor="t" lIns="0" rIns="0">
            <a:spAutoFit/>
          </a:bodyPr>
          <a:lstStyle/>
          <a:p>
            <a:r>
              <a:rPr b="1" sz="1700">
                <a:solidFill>
                  <a:srgbClr val="000000"/>
                </a:solidFill>
              </a:rPr>
              <a:t>The firm that performed a department’s security risk assessment offers to carry out the security audit as well, arguing that it "already knows the system". What is the best response?</a:t>
            </a:r>
          </a:p>
        </p:txBody>
      </p:sp>
      <p:sp>
        <p:nvSpPr>
          <p:cNvPr id="9" name="Rectangle 8"/>
          <p:cNvSpPr/>
          <p:nvPr/>
        </p:nvSpPr>
        <p:spPr>
          <a:xfrm>
            <a:off x="365760" y="2368296"/>
            <a:ext cx="11430000" cy="822959"/>
          </a:xfrm>
          <a:prstGeom prst="rect">
            <a:avLst/>
          </a:prstGeom>
          <a:solidFill>
            <a:srgbClr val="EBEB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27432" bIns="27432"/>
          <a:lstStyle/>
          <a:p>
            <a:pPr algn="l"/>
            <a:r>
              <a:rPr b="1" sz="1500">
                <a:solidFill>
                  <a:srgbClr val="FD5108"/>
                </a:solidFill>
              </a:rPr>
              <a:t>A   </a:t>
            </a:r>
            <a:r>
              <a:rPr sz="1400">
                <a:solidFill>
                  <a:srgbClr val="000000"/>
                </a:solidFill>
              </a:rPr>
              <a:t>Decline: auditors shall not audit their own work, and the audit is not meant to be a check on the SRA’s recommended fixes.</a:t>
            </a:r>
          </a:p>
        </p:txBody>
      </p:sp>
      <p:sp>
        <p:nvSpPr>
          <p:cNvPr id="10" name="Rectangle 9"/>
          <p:cNvSpPr/>
          <p:nvPr/>
        </p:nvSpPr>
        <p:spPr>
          <a:xfrm>
            <a:off x="365760" y="3300984"/>
            <a:ext cx="11430000" cy="822959"/>
          </a:xfrm>
          <a:prstGeom prst="rect">
            <a:avLst/>
          </a:prstGeom>
          <a:solidFill>
            <a:srgbClr val="EBEB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27432" bIns="27432"/>
          <a:lstStyle/>
          <a:p>
            <a:pPr algn="l"/>
            <a:r>
              <a:rPr b="1" sz="1500">
                <a:solidFill>
                  <a:srgbClr val="FD5108"/>
                </a:solidFill>
              </a:rPr>
              <a:t>B   </a:t>
            </a:r>
            <a:r>
              <a:rPr sz="1400">
                <a:solidFill>
                  <a:srgbClr val="000000"/>
                </a:solidFill>
              </a:rPr>
              <a:t>Accept, because familiarity with the system makes the audit faster and more accurate.</a:t>
            </a:r>
          </a:p>
        </p:txBody>
      </p:sp>
      <p:sp>
        <p:nvSpPr>
          <p:cNvPr id="11" name="Rectangle 10"/>
          <p:cNvSpPr/>
          <p:nvPr/>
        </p:nvSpPr>
        <p:spPr>
          <a:xfrm>
            <a:off x="365760" y="4233672"/>
            <a:ext cx="11430000" cy="822959"/>
          </a:xfrm>
          <a:prstGeom prst="rect">
            <a:avLst/>
          </a:prstGeom>
          <a:solidFill>
            <a:srgbClr val="EBEB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27432" bIns="27432"/>
          <a:lstStyle/>
          <a:p>
            <a:pPr algn="l"/>
            <a:r>
              <a:rPr b="1" sz="1500">
                <a:solidFill>
                  <a:srgbClr val="FD5108"/>
                </a:solidFill>
              </a:rPr>
              <a:t>C   </a:t>
            </a:r>
            <a:r>
              <a:rPr sz="1400">
                <a:solidFill>
                  <a:srgbClr val="000000"/>
                </a:solidFill>
              </a:rPr>
              <a:t>Accept, provided the firm uses a different engagement partner.</a:t>
            </a:r>
          </a:p>
        </p:txBody>
      </p:sp>
      <p:sp>
        <p:nvSpPr>
          <p:cNvPr id="12" name="Rectangle 11"/>
          <p:cNvSpPr/>
          <p:nvPr/>
        </p:nvSpPr>
        <p:spPr>
          <a:xfrm>
            <a:off x="365760" y="5166360"/>
            <a:ext cx="11430000" cy="822959"/>
          </a:xfrm>
          <a:prstGeom prst="rect">
            <a:avLst/>
          </a:prstGeom>
          <a:solidFill>
            <a:srgbClr val="EBEB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27432" bIns="27432"/>
          <a:lstStyle/>
          <a:p>
            <a:pPr algn="l"/>
            <a:r>
              <a:rPr b="1" sz="1500">
                <a:solidFill>
                  <a:srgbClr val="FD5108"/>
                </a:solidFill>
              </a:rPr>
              <a:t>D   </a:t>
            </a:r>
            <a:r>
              <a:rPr sz="1400">
                <a:solidFill>
                  <a:srgbClr val="000000"/>
                </a:solidFill>
              </a:rPr>
              <a:t>Accept, provided the audit is completed within two years of the SRA.</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0"/>
              <a:t>Answer 11: A</a:t>
            </a:r>
          </a:p>
        </p:txBody>
      </p:sp>
      <p:sp>
        <p:nvSpPr>
          <p:cNvPr id="4" name="Footer Placeholder 4">
            <a:extLst>
              <a:ext uri="{FF2B5EF4-FFF2-40B4-BE49-F238E27FC236}">
                <a16:creationId xmlns:a16="http://schemas.microsoft.com/office/drawing/2014/main" id="{E57B29C1-93EA-1886-CD27-23CE023225D9}"/>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t>CS5292 Week 7 · Midterm practice</a:t>
            </a:r>
          </a:p>
        </p:txBody>
      </p:sp>
      <p:sp>
        <p:nvSpPr>
          <p:cNvPr id="6" name="Slide Number Placeholder 13">
            <a:extLst>
              <a:ext uri="{FF2B5EF4-FFF2-40B4-BE49-F238E27FC236}">
                <a16:creationId xmlns:a16="http://schemas.microsoft.com/office/drawing/2014/main" id="{D15FEAD4-DFB9-ED08-EBEE-A4E5DE31E318}"/>
              </a:ext>
            </a:extLst>
          </p:cNvPr>
          <p:cNvSpPr>
            <a:spLocks noGrp="1"/>
          </p:cNvSpPr>
          <p:nvPr>
            <p:ph type="sldNum" sz="quarter" idx="4"/>
          </p:nvPr>
        </p:nvSpPr>
        <p:spPr>
          <a:xfrm>
            <a:off x="11526043" y="6491859"/>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sp>
        <p:nvSpPr>
          <p:cNvPr id="7" name="Rectangle 6"/>
          <p:cNvSpPr/>
          <p:nvPr/>
        </p:nvSpPr>
        <p:spPr>
          <a:xfrm>
            <a:off x="365760" y="1234440"/>
            <a:ext cx="11430000" cy="685800"/>
          </a:xfrm>
          <a:prstGeom prst="rect">
            <a:avLst/>
          </a:prstGeom>
          <a:solidFill>
            <a:srgbClr val="FFE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600" b="1">
                <a:solidFill>
                  <a:srgbClr val="000000"/>
                </a:solidFill>
              </a:rPr>
              <a:t>A   Decline: auditors shall not audit their own work, and the audit is not meant to be a check on the SRA’s recommended fixes.</a:t>
            </a:r>
          </a:p>
        </p:txBody>
      </p:sp>
      <p:sp>
        <p:nvSpPr>
          <p:cNvPr id="8" name="TextBox 7"/>
          <p:cNvSpPr txBox="1"/>
          <p:nvPr/>
        </p:nvSpPr>
        <p:spPr>
          <a:xfrm>
            <a:off x="365760" y="2103120"/>
            <a:ext cx="11430000" cy="1005840"/>
          </a:xfrm>
          <a:prstGeom prst="rect">
            <a:avLst/>
          </a:prstGeom>
          <a:noFill/>
        </p:spPr>
        <p:txBody>
          <a:bodyPr wrap="square" anchor="t" lIns="0" rIns="0">
            <a:spAutoFit/>
          </a:bodyPr>
          <a:lstStyle/>
          <a:p>
            <a:r>
              <a:rPr b="1" sz="1400">
                <a:solidFill>
                  <a:srgbClr val="FD5108"/>
                </a:solidFill>
              </a:rPr>
              <a:t>Why: </a:t>
            </a:r>
          </a:p>
          <a:p>
            <a:r>
              <a:rPr b="0" sz="1400">
                <a:solidFill>
                  <a:srgbClr val="000000"/>
                </a:solidFill>
              </a:rPr>
              <a:t>If the firm assessed the risks and recommended the controls, auditing them means testing its own work. G3 adds that the audit shall not be treated as a verification of the SRA’s fixes, and that departments should avoid using the same auditor for a prolonged period.</a:t>
            </a:r>
          </a:p>
        </p:txBody>
      </p:sp>
      <p:graphicFrame>
        <p:nvGraphicFramePr>
          <p:cNvPr id="9" name="Table 8"/>
          <p:cNvGraphicFramePr>
            <a:graphicFrameLocks noGrp="1"/>
          </p:cNvGraphicFramePr>
          <p:nvPr/>
        </p:nvGraphicFramePr>
        <p:xfrm>
          <a:off x="365760" y="3246120"/>
          <a:ext cx="11430000" cy="1828800"/>
        </p:xfrm>
        <a:graphic>
          <a:graphicData uri="http://schemas.openxmlformats.org/drawingml/2006/table">
            <a:tbl>
              <a:tblPr firstRow="1">
                <a:tableStyleId>{605943CB-6F42-4776-B506-94E284F2829C}</a:tableStyleId>
              </a:tblPr>
              <a:tblGrid>
                <a:gridCol w="5120640"/>
                <a:gridCol w="6309360"/>
              </a:tblGrid>
              <a:tr h="457200">
                <a:tc>
                  <a:txBody>
                    <a:bodyPr/>
                    <a:lstStyle/>
                    <a:p>
                      <a:r>
                        <a:rPr sz="1300" b="1"/>
                        <a:t>Option</a:t>
                      </a:r>
                    </a:p>
                  </a:txBody>
                  <a:tcPr anchor="ctr" marT="36576" marB="36576"/>
                </a:tc>
                <a:tc>
                  <a:txBody>
                    <a:bodyPr/>
                    <a:lstStyle/>
                    <a:p>
                      <a:r>
                        <a:rPr sz="1300" b="1"/>
                        <a:t>Why not</a:t>
                      </a:r>
                    </a:p>
                  </a:txBody>
                  <a:tcPr anchor="ctr" marT="36576" marB="36576"/>
                </a:tc>
              </a:tr>
              <a:tr h="457200">
                <a:tc>
                  <a:txBody>
                    <a:bodyPr/>
                    <a:lstStyle/>
                    <a:p>
                      <a:r>
                        <a:rPr sz="1300"/>
                        <a:t>B · Accept, because familiarity with the system makes the audit faster and more accurate.</a:t>
                      </a:r>
                    </a:p>
                  </a:txBody>
                  <a:tcPr anchor="ctr" marT="36576" marB="36576"/>
                </a:tc>
                <a:tc>
                  <a:txBody>
                    <a:bodyPr/>
                    <a:lstStyle/>
                    <a:p>
                      <a:r>
                        <a:rPr sz="1300"/>
                        <a:t>Familiarity is exactly the independence problem. The audit asks a different question from the SRA and needs a fresh, objective view.</a:t>
                      </a:r>
                    </a:p>
                  </a:txBody>
                  <a:tcPr anchor="ctr" marT="36576" marB="36576"/>
                </a:tc>
              </a:tr>
              <a:tr h="457200">
                <a:tc>
                  <a:txBody>
                    <a:bodyPr/>
                    <a:lstStyle/>
                    <a:p>
                      <a:r>
                        <a:rPr sz="1300"/>
                        <a:t>C · Accept, provided the firm uses a different engagement partner.</a:t>
                      </a:r>
                    </a:p>
                  </a:txBody>
                  <a:tcPr anchor="ctr" marT="36576" marB="36576"/>
                </a:tc>
                <a:tc>
                  <a:txBody>
                    <a:bodyPr/>
                    <a:lstStyle/>
                    <a:p>
                      <a:r>
                        <a:rPr sz="1300"/>
                        <a:t>A new partner at the same firm does not remove the conflict: the firm would still be auditing controls it recommended.</a:t>
                      </a:r>
                    </a:p>
                  </a:txBody>
                  <a:tcPr anchor="ctr" marT="36576" marB="36576"/>
                </a:tc>
              </a:tr>
              <a:tr h="457200">
                <a:tc>
                  <a:txBody>
                    <a:bodyPr/>
                    <a:lstStyle/>
                    <a:p>
                      <a:r>
                        <a:rPr sz="1300"/>
                        <a:t>D · Accept, provided the audit is completed within two years of the SRA.</a:t>
                      </a:r>
                    </a:p>
                  </a:txBody>
                  <a:tcPr anchor="ctr" marT="36576" marB="36576"/>
                </a:tc>
                <a:tc>
                  <a:txBody>
                    <a:bodyPr/>
                    <a:lstStyle/>
                    <a:p>
                      <a:r>
                        <a:rPr sz="1300"/>
                        <a:t>Timing is a separate requirement. Meeting the two-year cycle does nothing to fix the independence problem.</a:t>
                      </a:r>
                    </a:p>
                  </a:txBody>
                  <a:tcPr anchor="ctr" marT="36576" marB="36576"/>
                </a:tc>
              </a:tr>
            </a:tbl>
          </a:graphicData>
        </a:graphic>
      </p:graphicFrame>
      <p:sp>
        <p:nvSpPr>
          <p:cNvPr id="10" name="TextBox 9"/>
          <p:cNvSpPr txBox="1"/>
          <p:nvPr/>
        </p:nvSpPr>
        <p:spPr>
          <a:xfrm>
            <a:off x="365760" y="6144768"/>
            <a:ext cx="11430000" cy="228600"/>
          </a:xfrm>
          <a:prstGeom prst="rect">
            <a:avLst/>
          </a:prstGeom>
          <a:noFill/>
        </p:spPr>
        <p:txBody>
          <a:bodyPr wrap="square" anchor="t" lIns="0" rIns="0">
            <a:spAutoFit/>
          </a:bodyPr>
          <a:lstStyle/>
          <a:p>
            <a:r>
              <a:rPr b="0" sz="900">
                <a:solidFill>
                  <a:srgbClr val="6B727D"/>
                </a:solidFill>
              </a:rPr>
              <a:t>Week 4 knowledge check (S17 / G3) · Q3 · S17 §20.2.2 · G3 §20.2(b)</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0"/>
              <a:t>Question 12</a:t>
            </a:r>
          </a:p>
        </p:txBody>
      </p:sp>
      <p:sp>
        <p:nvSpPr>
          <p:cNvPr id="4" name="Footer Placeholder 4">
            <a:extLst>
              <a:ext uri="{FF2B5EF4-FFF2-40B4-BE49-F238E27FC236}">
                <a16:creationId xmlns:a16="http://schemas.microsoft.com/office/drawing/2014/main" id="{E57B29C1-93EA-1886-CD27-23CE023225D9}"/>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t>CS5292 Week 7 · Midterm practice</a:t>
            </a:r>
          </a:p>
        </p:txBody>
      </p:sp>
      <p:sp>
        <p:nvSpPr>
          <p:cNvPr id="6" name="Slide Number Placeholder 13">
            <a:extLst>
              <a:ext uri="{FF2B5EF4-FFF2-40B4-BE49-F238E27FC236}">
                <a16:creationId xmlns:a16="http://schemas.microsoft.com/office/drawing/2014/main" id="{D15FEAD4-DFB9-ED08-EBEE-A4E5DE31E318}"/>
              </a:ext>
            </a:extLst>
          </p:cNvPr>
          <p:cNvSpPr>
            <a:spLocks noGrp="1"/>
          </p:cNvSpPr>
          <p:nvPr>
            <p:ph type="sldNum" sz="quarter" idx="4"/>
          </p:nvPr>
        </p:nvSpPr>
        <p:spPr>
          <a:xfrm>
            <a:off x="11526043" y="6491859"/>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sp>
        <p:nvSpPr>
          <p:cNvPr id="7" name="TextBox 6"/>
          <p:cNvSpPr txBox="1"/>
          <p:nvPr/>
        </p:nvSpPr>
        <p:spPr>
          <a:xfrm>
            <a:off x="365760" y="1097280"/>
            <a:ext cx="11430000" cy="274320"/>
          </a:xfrm>
          <a:prstGeom prst="rect">
            <a:avLst/>
          </a:prstGeom>
          <a:noFill/>
        </p:spPr>
        <p:txBody>
          <a:bodyPr wrap="square" anchor="t" lIns="0" rIns="0">
            <a:spAutoFit/>
          </a:bodyPr>
          <a:lstStyle/>
          <a:p>
            <a:r>
              <a:rPr b="1" sz="1100">
                <a:solidFill>
                  <a:srgbClr val="FD5108"/>
                </a:solidFill>
              </a:rPr>
              <a:t>WEEK 4 KNOWLEDGE CHECK (S17 / G3) · Q4 · S17 §18.1.5 · G3 §18.1(B)</a:t>
            </a:r>
          </a:p>
        </p:txBody>
      </p:sp>
      <p:sp>
        <p:nvSpPr>
          <p:cNvPr id="8" name="TextBox 7"/>
          <p:cNvSpPr txBox="1"/>
          <p:nvPr/>
        </p:nvSpPr>
        <p:spPr>
          <a:xfrm>
            <a:off x="365760" y="1417320"/>
            <a:ext cx="11430000" cy="768096"/>
          </a:xfrm>
          <a:prstGeom prst="rect">
            <a:avLst/>
          </a:prstGeom>
          <a:noFill/>
        </p:spPr>
        <p:txBody>
          <a:bodyPr wrap="square" anchor="t" lIns="0" rIns="0">
            <a:spAutoFit/>
          </a:bodyPr>
          <a:lstStyle/>
          <a:p>
            <a:r>
              <a:rPr b="1" sz="1700">
                <a:solidFill>
                  <a:srgbClr val="000000"/>
                </a:solidFill>
              </a:rPr>
              <a:t>A department’s team detects ransomware on one server, contains it within two hours, and restores service from backup. Nothing is reported outside the department. Which statement is most accurate?</a:t>
            </a:r>
          </a:p>
        </p:txBody>
      </p:sp>
      <p:sp>
        <p:nvSpPr>
          <p:cNvPr id="9" name="Rectangle 8"/>
          <p:cNvSpPr/>
          <p:nvPr/>
        </p:nvSpPr>
        <p:spPr>
          <a:xfrm>
            <a:off x="365760" y="2368296"/>
            <a:ext cx="11430000" cy="822959"/>
          </a:xfrm>
          <a:prstGeom prst="rect">
            <a:avLst/>
          </a:prstGeom>
          <a:solidFill>
            <a:srgbClr val="EBEB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27432" bIns="27432"/>
          <a:lstStyle/>
          <a:p>
            <a:pPr algn="l"/>
            <a:r>
              <a:rPr b="1" sz="1500">
                <a:solidFill>
                  <a:srgbClr val="FD5108"/>
                </a:solidFill>
              </a:rPr>
              <a:t>A   </a:t>
            </a:r>
            <a:r>
              <a:rPr sz="1400">
                <a:solidFill>
                  <a:srgbClr val="000000"/>
                </a:solidFill>
              </a:rPr>
              <a:t>Nothing needed to be reported, because the incident was contained and service was restored.</a:t>
            </a:r>
          </a:p>
        </p:txBody>
      </p:sp>
      <p:sp>
        <p:nvSpPr>
          <p:cNvPr id="10" name="Rectangle 9"/>
          <p:cNvSpPr/>
          <p:nvPr/>
        </p:nvSpPr>
        <p:spPr>
          <a:xfrm>
            <a:off x="365760" y="3300984"/>
            <a:ext cx="11430000" cy="822959"/>
          </a:xfrm>
          <a:prstGeom prst="rect">
            <a:avLst/>
          </a:prstGeom>
          <a:solidFill>
            <a:srgbClr val="EBEB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27432" bIns="27432"/>
          <a:lstStyle/>
          <a:p>
            <a:pPr algn="l"/>
            <a:r>
              <a:rPr b="1" sz="1500">
                <a:solidFill>
                  <a:srgbClr val="FD5108"/>
                </a:solidFill>
              </a:rPr>
              <a:t>B   </a:t>
            </a:r>
            <a:r>
              <a:rPr sz="1400">
                <a:solidFill>
                  <a:srgbClr val="000000"/>
                </a:solidFill>
              </a:rPr>
              <a:t>The department had 12 hours to report a serious incident and 48 hours for others.</a:t>
            </a:r>
          </a:p>
        </p:txBody>
      </p:sp>
      <p:sp>
        <p:nvSpPr>
          <p:cNvPr id="11" name="Rectangle 10"/>
          <p:cNvSpPr/>
          <p:nvPr/>
        </p:nvSpPr>
        <p:spPr>
          <a:xfrm>
            <a:off x="365760" y="4233672"/>
            <a:ext cx="11430000" cy="822959"/>
          </a:xfrm>
          <a:prstGeom prst="rect">
            <a:avLst/>
          </a:prstGeom>
          <a:solidFill>
            <a:srgbClr val="EBEB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27432" bIns="27432"/>
          <a:lstStyle/>
          <a:p>
            <a:pPr algn="l"/>
            <a:r>
              <a:rPr b="1" sz="1500">
                <a:solidFill>
                  <a:srgbClr val="FD5108"/>
                </a:solidFill>
              </a:rPr>
              <a:t>C   </a:t>
            </a:r>
            <a:r>
              <a:rPr sz="1400">
                <a:solidFill>
                  <a:srgbClr val="000000"/>
                </a:solidFill>
              </a:rPr>
              <a:t>A report is only needed if personal data was taken.</a:t>
            </a:r>
          </a:p>
        </p:txBody>
      </p:sp>
      <p:sp>
        <p:nvSpPr>
          <p:cNvPr id="12" name="Rectangle 11"/>
          <p:cNvSpPr/>
          <p:nvPr/>
        </p:nvSpPr>
        <p:spPr>
          <a:xfrm>
            <a:off x="365760" y="5166360"/>
            <a:ext cx="11430000" cy="822959"/>
          </a:xfrm>
          <a:prstGeom prst="rect">
            <a:avLst/>
          </a:prstGeom>
          <a:solidFill>
            <a:srgbClr val="EBEB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27432" bIns="27432"/>
          <a:lstStyle/>
          <a:p>
            <a:pPr algn="l"/>
            <a:r>
              <a:rPr b="1" sz="1500">
                <a:solidFill>
                  <a:srgbClr val="FD5108"/>
                </a:solidFill>
              </a:rPr>
              <a:t>D   </a:t>
            </a:r>
            <a:r>
              <a:rPr sz="1400">
                <a:solidFill>
                  <a:srgbClr val="000000"/>
                </a:solidFill>
              </a:rPr>
              <a:t>The departmental ISIRT should have phoned GIRO within 60 minutes of becoming aware, then submitted the preliminary form within 48 hours.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0"/>
              <a:t>Answer 12: D</a:t>
            </a:r>
          </a:p>
        </p:txBody>
      </p:sp>
      <p:sp>
        <p:nvSpPr>
          <p:cNvPr id="4" name="Footer Placeholder 4">
            <a:extLst>
              <a:ext uri="{FF2B5EF4-FFF2-40B4-BE49-F238E27FC236}">
                <a16:creationId xmlns:a16="http://schemas.microsoft.com/office/drawing/2014/main" id="{E57B29C1-93EA-1886-CD27-23CE023225D9}"/>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t>CS5292 Week 7 · Midterm practice</a:t>
            </a:r>
          </a:p>
        </p:txBody>
      </p:sp>
      <p:sp>
        <p:nvSpPr>
          <p:cNvPr id="6" name="Slide Number Placeholder 13">
            <a:extLst>
              <a:ext uri="{FF2B5EF4-FFF2-40B4-BE49-F238E27FC236}">
                <a16:creationId xmlns:a16="http://schemas.microsoft.com/office/drawing/2014/main" id="{D15FEAD4-DFB9-ED08-EBEE-A4E5DE31E318}"/>
              </a:ext>
            </a:extLst>
          </p:cNvPr>
          <p:cNvSpPr>
            <a:spLocks noGrp="1"/>
          </p:cNvSpPr>
          <p:nvPr>
            <p:ph type="sldNum" sz="quarter" idx="4"/>
          </p:nvPr>
        </p:nvSpPr>
        <p:spPr>
          <a:xfrm>
            <a:off x="11526043" y="6491859"/>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sp>
        <p:nvSpPr>
          <p:cNvPr id="7" name="Rectangle 6"/>
          <p:cNvSpPr/>
          <p:nvPr/>
        </p:nvSpPr>
        <p:spPr>
          <a:xfrm>
            <a:off x="365760" y="1234440"/>
            <a:ext cx="11430000" cy="960120"/>
          </a:xfrm>
          <a:prstGeom prst="rect">
            <a:avLst/>
          </a:prstGeom>
          <a:solidFill>
            <a:srgbClr val="FFE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000000"/>
                </a:solidFill>
              </a:rPr>
              <a:t>D   The departmental ISIRT should have phoned GIRO within 60 minutes of becoming aware, then submitted the preliminary form within 48 hours.</a:t>
            </a:r>
          </a:p>
        </p:txBody>
      </p:sp>
      <p:sp>
        <p:nvSpPr>
          <p:cNvPr id="8" name="TextBox 7"/>
          <p:cNvSpPr txBox="1"/>
          <p:nvPr/>
        </p:nvSpPr>
        <p:spPr>
          <a:xfrm>
            <a:off x="365760" y="2377440"/>
            <a:ext cx="11430000" cy="731520"/>
          </a:xfrm>
          <a:prstGeom prst="rect">
            <a:avLst/>
          </a:prstGeom>
          <a:noFill/>
        </p:spPr>
        <p:txBody>
          <a:bodyPr wrap="square" anchor="t" lIns="0" rIns="0">
            <a:spAutoFit/>
          </a:bodyPr>
          <a:lstStyle/>
          <a:p>
            <a:r>
              <a:rPr b="1" sz="1600">
                <a:solidFill>
                  <a:srgbClr val="FD5108"/>
                </a:solidFill>
              </a:rPr>
              <a:t>Why: </a:t>
            </a:r>
          </a:p>
          <a:p>
            <a:r>
              <a:rPr b="0" sz="1600">
                <a:solidFill>
                  <a:srgbClr val="000000"/>
                </a:solidFill>
              </a:rPr>
              <a:t>S17 says incidents are reported immediately; G3 puts numbers on it: phone GIRO within 60 minutes, preliminary form within 48 hours, and a post-incident report within a week of resolution.</a:t>
            </a:r>
          </a:p>
        </p:txBody>
      </p:sp>
      <p:graphicFrame>
        <p:nvGraphicFramePr>
          <p:cNvPr id="9" name="Table 8"/>
          <p:cNvGraphicFramePr>
            <a:graphicFrameLocks noGrp="1"/>
          </p:cNvGraphicFramePr>
          <p:nvPr/>
        </p:nvGraphicFramePr>
        <p:xfrm>
          <a:off x="365760" y="3246120"/>
          <a:ext cx="11430000" cy="1828800"/>
        </p:xfrm>
        <a:graphic>
          <a:graphicData uri="http://schemas.openxmlformats.org/drawingml/2006/table">
            <a:tbl>
              <a:tblPr firstRow="1">
                <a:tableStyleId>{605943CB-6F42-4776-B506-94E284F2829C}</a:tableStyleId>
              </a:tblPr>
              <a:tblGrid>
                <a:gridCol w="5120640"/>
                <a:gridCol w="6309360"/>
              </a:tblGrid>
              <a:tr h="457200">
                <a:tc>
                  <a:txBody>
                    <a:bodyPr/>
                    <a:lstStyle/>
                    <a:p>
                      <a:r>
                        <a:rPr sz="1200" b="1"/>
                        <a:t>Option</a:t>
                      </a:r>
                    </a:p>
                  </a:txBody>
                  <a:tcPr anchor="ctr" marT="36576" marB="36576"/>
                </a:tc>
                <a:tc>
                  <a:txBody>
                    <a:bodyPr/>
                    <a:lstStyle/>
                    <a:p>
                      <a:r>
                        <a:rPr sz="1200" b="1"/>
                        <a:t>Why not</a:t>
                      </a:r>
                    </a:p>
                  </a:txBody>
                  <a:tcPr anchor="ctr" marT="36576" marB="36576"/>
                </a:tc>
              </a:tr>
              <a:tr h="457200">
                <a:tc>
                  <a:txBody>
                    <a:bodyPr/>
                    <a:lstStyle/>
                    <a:p>
                      <a:r>
                        <a:rPr sz="1200"/>
                        <a:t>A · Nothing needed to be reported, because the incident was contained and service was restored.</a:t>
                      </a:r>
                    </a:p>
                  </a:txBody>
                  <a:tcPr anchor="ctr" marT="36576" marB="36576"/>
                </a:tc>
                <a:tc>
                  <a:txBody>
                    <a:bodyPr/>
                    <a:lstStyle/>
                    <a:p>
                      <a:r>
                        <a:rPr sz="1200"/>
                        <a:t>Containment does not remove the reporting duty. GIRO keeps a central picture of incidents across Government, and a contained incident in one department may be active in others.</a:t>
                      </a:r>
                    </a:p>
                  </a:txBody>
                  <a:tcPr anchor="ctr" marT="36576" marB="36576"/>
                </a:tc>
              </a:tr>
              <a:tr h="457200">
                <a:tc>
                  <a:txBody>
                    <a:bodyPr/>
                    <a:lstStyle/>
                    <a:p>
                      <a:r>
                        <a:rPr sz="1200"/>
                        <a:t>B · The department had 12 hours to report a serious incident and 48 hours for others.</a:t>
                      </a:r>
                    </a:p>
                  </a:txBody>
                  <a:tcPr anchor="ctr" marT="36576" marB="36576"/>
                </a:tc>
                <a:tc>
                  <a:txBody>
                    <a:bodyPr/>
                    <a:lstStyle/>
                    <a:p>
                      <a:r>
                        <a:rPr sz="1200"/>
                        <a:t>Those are the Cap. 653 clocks for designated critical infrastructure operators. Government departments are outside Cap. 653 and follow S17 and G3.</a:t>
                      </a:r>
                    </a:p>
                  </a:txBody>
                  <a:tcPr anchor="ctr" marT="36576" marB="36576"/>
                </a:tc>
              </a:tr>
              <a:tr h="457200">
                <a:tc>
                  <a:txBody>
                    <a:bodyPr/>
                    <a:lstStyle/>
                    <a:p>
                      <a:r>
                        <a:rPr sz="1200"/>
                        <a:t>C · A report is only needed if personal data was taken.</a:t>
                      </a:r>
                    </a:p>
                  </a:txBody>
                  <a:tcPr anchor="ctr" marT="36576" marB="36576"/>
                </a:tc>
                <a:tc>
                  <a:txBody>
                    <a:bodyPr/>
                    <a:lstStyle/>
                    <a:p>
                      <a:r>
                        <a:rPr sz="1200"/>
                        <a:t>That confuses the S17/G3 duty with data-breach considerations under the PDPO. S17 requires observed or suspected incidents to be reported, whatever the data involved.</a:t>
                      </a:r>
                    </a:p>
                  </a:txBody>
                  <a:tcPr anchor="ctr" marT="36576" marB="36576"/>
                </a:tc>
              </a:tr>
            </a:tbl>
          </a:graphicData>
        </a:graphic>
      </p:graphicFrame>
      <p:sp>
        <p:nvSpPr>
          <p:cNvPr id="10" name="TextBox 9"/>
          <p:cNvSpPr txBox="1"/>
          <p:nvPr/>
        </p:nvSpPr>
        <p:spPr>
          <a:xfrm>
            <a:off x="365760" y="6144768"/>
            <a:ext cx="11430000" cy="228600"/>
          </a:xfrm>
          <a:prstGeom prst="rect">
            <a:avLst/>
          </a:prstGeom>
          <a:noFill/>
        </p:spPr>
        <p:txBody>
          <a:bodyPr wrap="square" anchor="t" lIns="0" rIns="0">
            <a:spAutoFit/>
          </a:bodyPr>
          <a:lstStyle/>
          <a:p>
            <a:r>
              <a:rPr b="0" sz="900">
                <a:solidFill>
                  <a:srgbClr val="6B727D"/>
                </a:solidFill>
              </a:rPr>
              <a:t>Week 4 knowledge check (S17 / G3) · Q4 · S17 §18.1.5 · G3 §18.1(b)</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0"/>
              <a:t>Question 13</a:t>
            </a:r>
          </a:p>
        </p:txBody>
      </p:sp>
      <p:sp>
        <p:nvSpPr>
          <p:cNvPr id="4" name="Footer Placeholder 4">
            <a:extLst>
              <a:ext uri="{FF2B5EF4-FFF2-40B4-BE49-F238E27FC236}">
                <a16:creationId xmlns:a16="http://schemas.microsoft.com/office/drawing/2014/main" id="{E57B29C1-93EA-1886-CD27-23CE023225D9}"/>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t>CS5292 Week 7 · Midterm practice</a:t>
            </a:r>
          </a:p>
        </p:txBody>
      </p:sp>
      <p:sp>
        <p:nvSpPr>
          <p:cNvPr id="6" name="Slide Number Placeholder 13">
            <a:extLst>
              <a:ext uri="{FF2B5EF4-FFF2-40B4-BE49-F238E27FC236}">
                <a16:creationId xmlns:a16="http://schemas.microsoft.com/office/drawing/2014/main" id="{D15FEAD4-DFB9-ED08-EBEE-A4E5DE31E318}"/>
              </a:ext>
            </a:extLst>
          </p:cNvPr>
          <p:cNvSpPr>
            <a:spLocks noGrp="1"/>
          </p:cNvSpPr>
          <p:nvPr>
            <p:ph type="sldNum" sz="quarter" idx="4"/>
          </p:nvPr>
        </p:nvSpPr>
        <p:spPr>
          <a:xfrm>
            <a:off x="11526043" y="6491859"/>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sp>
        <p:nvSpPr>
          <p:cNvPr id="7" name="TextBox 6"/>
          <p:cNvSpPr txBox="1"/>
          <p:nvPr/>
        </p:nvSpPr>
        <p:spPr>
          <a:xfrm>
            <a:off x="365760" y="1097280"/>
            <a:ext cx="11430000" cy="274320"/>
          </a:xfrm>
          <a:prstGeom prst="rect">
            <a:avLst/>
          </a:prstGeom>
          <a:noFill/>
        </p:spPr>
        <p:txBody>
          <a:bodyPr wrap="square" anchor="t" lIns="0" rIns="0">
            <a:spAutoFit/>
          </a:bodyPr>
          <a:lstStyle/>
          <a:p>
            <a:r>
              <a:rPr b="1" sz="1100">
                <a:solidFill>
                  <a:srgbClr val="FD5108"/>
                </a:solidFill>
              </a:rPr>
              <a:t>WEEK 4 KNOWLEDGE CHECK (S17 / G3) · Q10 · G3 §20.2(A)</a:t>
            </a:r>
          </a:p>
        </p:txBody>
      </p:sp>
      <p:sp>
        <p:nvSpPr>
          <p:cNvPr id="8" name="TextBox 7"/>
          <p:cNvSpPr txBox="1"/>
          <p:nvPr/>
        </p:nvSpPr>
        <p:spPr>
          <a:xfrm>
            <a:off x="365760" y="1417320"/>
            <a:ext cx="11430000" cy="768096"/>
          </a:xfrm>
          <a:prstGeom prst="rect">
            <a:avLst/>
          </a:prstGeom>
          <a:noFill/>
        </p:spPr>
        <p:txBody>
          <a:bodyPr wrap="square" anchor="t" lIns="0" rIns="0">
            <a:spAutoFit/>
          </a:bodyPr>
          <a:lstStyle/>
          <a:p>
            <a:r>
              <a:rPr b="1" sz="1700">
                <a:solidFill>
                  <a:srgbClr val="000000"/>
                </a:solidFill>
              </a:rPr>
              <a:t>To save time, a department asks each system owner to complete a self-assessment questionnaire and submits the compiled answers as its two-yearly security risk assessment. There is no on-site visit. Does this meet G3?</a:t>
            </a:r>
          </a:p>
        </p:txBody>
      </p:sp>
      <p:sp>
        <p:nvSpPr>
          <p:cNvPr id="9" name="Rectangle 8"/>
          <p:cNvSpPr/>
          <p:nvPr/>
        </p:nvSpPr>
        <p:spPr>
          <a:xfrm>
            <a:off x="365760" y="2368296"/>
            <a:ext cx="11430000" cy="822959"/>
          </a:xfrm>
          <a:prstGeom prst="rect">
            <a:avLst/>
          </a:prstGeom>
          <a:solidFill>
            <a:srgbClr val="EBEB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27432" bIns="27432"/>
          <a:lstStyle/>
          <a:p>
            <a:pPr algn="l"/>
            <a:r>
              <a:rPr b="1" sz="1500">
                <a:solidFill>
                  <a:srgbClr val="FD5108"/>
                </a:solidFill>
              </a:rPr>
              <a:t>A   </a:t>
            </a:r>
            <a:r>
              <a:rPr sz="1400">
                <a:solidFill>
                  <a:srgbClr val="000000"/>
                </a:solidFill>
              </a:rPr>
              <a:t>Yes, as long as it is completed within the two-year interval.</a:t>
            </a:r>
          </a:p>
        </p:txBody>
      </p:sp>
      <p:sp>
        <p:nvSpPr>
          <p:cNvPr id="10" name="Rectangle 9"/>
          <p:cNvSpPr/>
          <p:nvPr/>
        </p:nvSpPr>
        <p:spPr>
          <a:xfrm>
            <a:off x="365760" y="3300984"/>
            <a:ext cx="11430000" cy="822959"/>
          </a:xfrm>
          <a:prstGeom prst="rect">
            <a:avLst/>
          </a:prstGeom>
          <a:solidFill>
            <a:srgbClr val="EBEB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27432" bIns="27432"/>
          <a:lstStyle/>
          <a:p>
            <a:pPr algn="l"/>
            <a:r>
              <a:rPr b="1" sz="1500">
                <a:solidFill>
                  <a:srgbClr val="FD5108"/>
                </a:solidFill>
              </a:rPr>
              <a:t>B   </a:t>
            </a:r>
            <a:r>
              <a:rPr sz="1400">
                <a:solidFill>
                  <a:srgbClr val="000000"/>
                </a:solidFill>
              </a:rPr>
              <a:t>Yes, if the questionnaire is reviewed and signed by the DITSO.</a:t>
            </a:r>
          </a:p>
        </p:txBody>
      </p:sp>
      <p:sp>
        <p:nvSpPr>
          <p:cNvPr id="11" name="Rectangle 10"/>
          <p:cNvSpPr/>
          <p:nvPr/>
        </p:nvSpPr>
        <p:spPr>
          <a:xfrm>
            <a:off x="365760" y="4233672"/>
            <a:ext cx="11430000" cy="822959"/>
          </a:xfrm>
          <a:prstGeom prst="rect">
            <a:avLst/>
          </a:prstGeom>
          <a:solidFill>
            <a:srgbClr val="EBEB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27432" bIns="27432"/>
          <a:lstStyle/>
          <a:p>
            <a:pPr algn="l"/>
            <a:r>
              <a:rPr b="1" sz="1500">
                <a:solidFill>
                  <a:srgbClr val="FD5108"/>
                </a:solidFill>
              </a:rPr>
              <a:t>C   </a:t>
            </a:r>
            <a:r>
              <a:rPr sz="1400">
                <a:solidFill>
                  <a:srgbClr val="000000"/>
                </a:solidFill>
              </a:rPr>
              <a:t>No: self-assessment checklists shall not be used as a substitute for an SRA, and an SRA must include an on-site review with inspection and interviews.</a:t>
            </a:r>
          </a:p>
        </p:txBody>
      </p:sp>
      <p:sp>
        <p:nvSpPr>
          <p:cNvPr id="12" name="Rectangle 11"/>
          <p:cNvSpPr/>
          <p:nvPr/>
        </p:nvSpPr>
        <p:spPr>
          <a:xfrm>
            <a:off x="365760" y="5166360"/>
            <a:ext cx="11430000" cy="822959"/>
          </a:xfrm>
          <a:prstGeom prst="rect">
            <a:avLst/>
          </a:prstGeom>
          <a:solidFill>
            <a:srgbClr val="EBEB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27432" bIns="27432"/>
          <a:lstStyle/>
          <a:p>
            <a:pPr algn="l"/>
            <a:r>
              <a:rPr b="1" sz="1500">
                <a:solidFill>
                  <a:srgbClr val="FD5108"/>
                </a:solidFill>
              </a:rPr>
              <a:t>D   </a:t>
            </a:r>
            <a:r>
              <a:rPr sz="1400">
                <a:solidFill>
                  <a:srgbClr val="000000"/>
                </a:solidFill>
              </a:rPr>
              <a:t>No, because only external firms may perform SRAs.</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0"/>
              <a:t>Answer 13: C</a:t>
            </a:r>
          </a:p>
        </p:txBody>
      </p:sp>
      <p:sp>
        <p:nvSpPr>
          <p:cNvPr id="4" name="Footer Placeholder 4">
            <a:extLst>
              <a:ext uri="{FF2B5EF4-FFF2-40B4-BE49-F238E27FC236}">
                <a16:creationId xmlns:a16="http://schemas.microsoft.com/office/drawing/2014/main" id="{E57B29C1-93EA-1886-CD27-23CE023225D9}"/>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t>CS5292 Week 7 · Midterm practice</a:t>
            </a:r>
          </a:p>
        </p:txBody>
      </p:sp>
      <p:sp>
        <p:nvSpPr>
          <p:cNvPr id="6" name="Slide Number Placeholder 13">
            <a:extLst>
              <a:ext uri="{FF2B5EF4-FFF2-40B4-BE49-F238E27FC236}">
                <a16:creationId xmlns:a16="http://schemas.microsoft.com/office/drawing/2014/main" id="{D15FEAD4-DFB9-ED08-EBEE-A4E5DE31E318}"/>
              </a:ext>
            </a:extLst>
          </p:cNvPr>
          <p:cNvSpPr>
            <a:spLocks noGrp="1"/>
          </p:cNvSpPr>
          <p:nvPr>
            <p:ph type="sldNum" sz="quarter" idx="4"/>
          </p:nvPr>
        </p:nvSpPr>
        <p:spPr>
          <a:xfrm>
            <a:off x="11526043" y="6491859"/>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sp>
        <p:nvSpPr>
          <p:cNvPr id="7" name="Rectangle 6"/>
          <p:cNvSpPr/>
          <p:nvPr/>
        </p:nvSpPr>
        <p:spPr>
          <a:xfrm>
            <a:off x="365760" y="1234440"/>
            <a:ext cx="11430000" cy="960120"/>
          </a:xfrm>
          <a:prstGeom prst="rect">
            <a:avLst/>
          </a:prstGeom>
          <a:solidFill>
            <a:srgbClr val="FFE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000000"/>
                </a:solidFill>
              </a:rPr>
              <a:t>C   No: self-assessment checklists shall not be used as a substitute for an SRA, and an SRA must include an on-site review with inspection and interviews.</a:t>
            </a:r>
          </a:p>
        </p:txBody>
      </p:sp>
      <p:sp>
        <p:nvSpPr>
          <p:cNvPr id="8" name="TextBox 7"/>
          <p:cNvSpPr txBox="1"/>
          <p:nvPr/>
        </p:nvSpPr>
        <p:spPr>
          <a:xfrm>
            <a:off x="365760" y="2377440"/>
            <a:ext cx="11430000" cy="731520"/>
          </a:xfrm>
          <a:prstGeom prst="rect">
            <a:avLst/>
          </a:prstGeom>
          <a:noFill/>
        </p:spPr>
        <p:txBody>
          <a:bodyPr wrap="square" anchor="t" lIns="0" rIns="0">
            <a:spAutoFit/>
          </a:bodyPr>
          <a:lstStyle/>
          <a:p>
            <a:r>
              <a:rPr b="1" sz="1600">
                <a:solidFill>
                  <a:srgbClr val="FD5108"/>
                </a:solidFill>
              </a:rPr>
              <a:t>Why: </a:t>
            </a:r>
          </a:p>
          <a:p>
            <a:r>
              <a:rPr b="0" sz="1600">
                <a:solidFill>
                  <a:srgbClr val="000000"/>
                </a:solidFill>
              </a:rPr>
              <a:t>G3 says self-assessment checklists can help with ongoing monitoring but shall not substitute for a comprehensive SRA or PIA, and that SRAs shall include on-site review of the infrastructure and interviews with key personnel.</a:t>
            </a:r>
          </a:p>
        </p:txBody>
      </p:sp>
      <p:graphicFrame>
        <p:nvGraphicFramePr>
          <p:cNvPr id="9" name="Table 8"/>
          <p:cNvGraphicFramePr>
            <a:graphicFrameLocks noGrp="1"/>
          </p:cNvGraphicFramePr>
          <p:nvPr/>
        </p:nvGraphicFramePr>
        <p:xfrm>
          <a:off x="365760" y="3246120"/>
          <a:ext cx="11430000" cy="1828800"/>
        </p:xfrm>
        <a:graphic>
          <a:graphicData uri="http://schemas.openxmlformats.org/drawingml/2006/table">
            <a:tbl>
              <a:tblPr firstRow="1">
                <a:tableStyleId>{605943CB-6F42-4776-B506-94E284F2829C}</a:tableStyleId>
              </a:tblPr>
              <a:tblGrid>
                <a:gridCol w="5120640"/>
                <a:gridCol w="6309360"/>
              </a:tblGrid>
              <a:tr h="457200">
                <a:tc>
                  <a:txBody>
                    <a:bodyPr/>
                    <a:lstStyle/>
                    <a:p>
                      <a:r>
                        <a:rPr sz="1300" b="1"/>
                        <a:t>Option</a:t>
                      </a:r>
                    </a:p>
                  </a:txBody>
                  <a:tcPr anchor="ctr" marT="36576" marB="36576"/>
                </a:tc>
                <a:tc>
                  <a:txBody>
                    <a:bodyPr/>
                    <a:lstStyle/>
                    <a:p>
                      <a:r>
                        <a:rPr sz="1300" b="1"/>
                        <a:t>Why not</a:t>
                      </a:r>
                    </a:p>
                  </a:txBody>
                  <a:tcPr anchor="ctr" marT="36576" marB="36576"/>
                </a:tc>
              </a:tr>
              <a:tr h="457200">
                <a:tc>
                  <a:txBody>
                    <a:bodyPr/>
                    <a:lstStyle/>
                    <a:p>
                      <a:r>
                        <a:rPr sz="1300"/>
                        <a:t>A · Yes, as long as it is completed within the two-year interval.</a:t>
                      </a:r>
                    </a:p>
                  </a:txBody>
                  <a:tcPr anchor="ctr" marT="36576" marB="36576"/>
                </a:tc>
                <a:tc>
                  <a:txBody>
                    <a:bodyPr/>
                    <a:lstStyle/>
                    <a:p>
                      <a:r>
                        <a:rPr sz="1300"/>
                        <a:t>Meeting the interval does not make the exercise an SRA. G3 sets requirements on how the SRA is done, not just when.</a:t>
                      </a:r>
                    </a:p>
                  </a:txBody>
                  <a:tcPr anchor="ctr" marT="36576" marB="36576"/>
                </a:tc>
              </a:tr>
              <a:tr h="457200">
                <a:tc>
                  <a:txBody>
                    <a:bodyPr/>
                    <a:lstStyle/>
                    <a:p>
                      <a:r>
                        <a:rPr sz="1300"/>
                        <a:t>B · Yes, if the questionnaire is reviewed and signed by the DITSO.</a:t>
                      </a:r>
                    </a:p>
                  </a:txBody>
                  <a:tcPr anchor="ctr" marT="36576" marB="36576"/>
                </a:tc>
                <a:tc>
                  <a:txBody>
                    <a:bodyPr/>
                    <a:lstStyle/>
                    <a:p>
                      <a:r>
                        <a:rPr sz="1300"/>
                        <a:t>Endorsement does not change what the exercise is. A signed self-assessment is still a self-assessment.</a:t>
                      </a:r>
                    </a:p>
                  </a:txBody>
                  <a:tcPr anchor="ctr" marT="36576" marB="36576"/>
                </a:tc>
              </a:tr>
              <a:tr h="457200">
                <a:tc>
                  <a:txBody>
                    <a:bodyPr/>
                    <a:lstStyle/>
                    <a:p>
                      <a:r>
                        <a:rPr sz="1300"/>
                        <a:t>D · No, because only external firms may perform SRAs.</a:t>
                      </a:r>
                    </a:p>
                  </a:txBody>
                  <a:tcPr anchor="ctr" marT="36576" marB="36576"/>
                </a:tc>
                <a:tc>
                  <a:txBody>
                    <a:bodyPr/>
                    <a:lstStyle/>
                    <a:p>
                      <a:r>
                        <a:rPr sz="1300"/>
                        <a:t>G3 allows departments to perform SRAs internally, as long as it is done independently and to a good standard. The problem here is the method, not who did it.</a:t>
                      </a:r>
                    </a:p>
                  </a:txBody>
                  <a:tcPr anchor="ctr" marT="36576" marB="36576"/>
                </a:tc>
              </a:tr>
            </a:tbl>
          </a:graphicData>
        </a:graphic>
      </p:graphicFrame>
      <p:sp>
        <p:nvSpPr>
          <p:cNvPr id="10" name="TextBox 9"/>
          <p:cNvSpPr txBox="1"/>
          <p:nvPr/>
        </p:nvSpPr>
        <p:spPr>
          <a:xfrm>
            <a:off x="365760" y="6144768"/>
            <a:ext cx="11430000" cy="228600"/>
          </a:xfrm>
          <a:prstGeom prst="rect">
            <a:avLst/>
          </a:prstGeom>
          <a:noFill/>
        </p:spPr>
        <p:txBody>
          <a:bodyPr wrap="square" anchor="t" lIns="0" rIns="0">
            <a:spAutoFit/>
          </a:bodyPr>
          <a:lstStyle/>
          <a:p>
            <a:r>
              <a:rPr b="0" sz="900">
                <a:solidFill>
                  <a:srgbClr val="6B727D"/>
                </a:solidFill>
              </a:rPr>
              <a:t>Week 4 knowledge check (S17 / G3) · Q10 · G3 §20.2(a)</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0"/>
              <a:t>Question 14</a:t>
            </a:r>
          </a:p>
        </p:txBody>
      </p:sp>
      <p:sp>
        <p:nvSpPr>
          <p:cNvPr id="4" name="Footer Placeholder 4">
            <a:extLst>
              <a:ext uri="{FF2B5EF4-FFF2-40B4-BE49-F238E27FC236}">
                <a16:creationId xmlns:a16="http://schemas.microsoft.com/office/drawing/2014/main" id="{E57B29C1-93EA-1886-CD27-23CE023225D9}"/>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t>CS5292 Week 7 · Midterm practice</a:t>
            </a:r>
          </a:p>
        </p:txBody>
      </p:sp>
      <p:sp>
        <p:nvSpPr>
          <p:cNvPr id="6" name="Slide Number Placeholder 13">
            <a:extLst>
              <a:ext uri="{FF2B5EF4-FFF2-40B4-BE49-F238E27FC236}">
                <a16:creationId xmlns:a16="http://schemas.microsoft.com/office/drawing/2014/main" id="{D15FEAD4-DFB9-ED08-EBEE-A4E5DE31E318}"/>
              </a:ext>
            </a:extLst>
          </p:cNvPr>
          <p:cNvSpPr>
            <a:spLocks noGrp="1"/>
          </p:cNvSpPr>
          <p:nvPr>
            <p:ph type="sldNum" sz="quarter" idx="4"/>
          </p:nvPr>
        </p:nvSpPr>
        <p:spPr>
          <a:xfrm>
            <a:off x="11526043" y="6491859"/>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sp>
        <p:nvSpPr>
          <p:cNvPr id="7" name="TextBox 6"/>
          <p:cNvSpPr txBox="1"/>
          <p:nvPr/>
        </p:nvSpPr>
        <p:spPr>
          <a:xfrm>
            <a:off x="365760" y="1097280"/>
            <a:ext cx="11430000" cy="274320"/>
          </a:xfrm>
          <a:prstGeom prst="rect">
            <a:avLst/>
          </a:prstGeom>
          <a:noFill/>
        </p:spPr>
        <p:txBody>
          <a:bodyPr wrap="square" anchor="t" lIns="0" rIns="0">
            <a:spAutoFit/>
          </a:bodyPr>
          <a:lstStyle/>
          <a:p>
            <a:r>
              <a:rPr b="1" sz="1100">
                <a:solidFill>
                  <a:srgbClr val="FD5108"/>
                </a:solidFill>
              </a:rPr>
              <a:t>WEEK 5 KNOWLEDGE CHECK · Q1 (C-RAF 2.0 INHERENT RISK)</a:t>
            </a:r>
          </a:p>
        </p:txBody>
      </p:sp>
      <p:sp>
        <p:nvSpPr>
          <p:cNvPr id="8" name="TextBox 7"/>
          <p:cNvSpPr txBox="1"/>
          <p:nvPr/>
        </p:nvSpPr>
        <p:spPr>
          <a:xfrm>
            <a:off x="365760" y="1417320"/>
            <a:ext cx="11430000" cy="768096"/>
          </a:xfrm>
          <a:prstGeom prst="rect">
            <a:avLst/>
          </a:prstGeom>
          <a:noFill/>
        </p:spPr>
        <p:txBody>
          <a:bodyPr wrap="square" anchor="t" lIns="0" rIns="0">
            <a:spAutoFit/>
          </a:bodyPr>
          <a:lstStyle/>
          <a:p>
            <a:r>
              <a:rPr b="1" sz="2000">
                <a:solidFill>
                  <a:srgbClr val="000000"/>
                </a:solidFill>
              </a:rPr>
              <a:t>Under C-RAF 2.0, a bank’s inherent risk indicators come out as 12 High, 18 Medium and 28 Low. What is its overall inherent risk rating?</a:t>
            </a:r>
          </a:p>
        </p:txBody>
      </p:sp>
      <p:sp>
        <p:nvSpPr>
          <p:cNvPr id="9" name="Rectangle 8"/>
          <p:cNvSpPr/>
          <p:nvPr/>
        </p:nvSpPr>
        <p:spPr>
          <a:xfrm>
            <a:off x="365760" y="2368296"/>
            <a:ext cx="11430000" cy="822959"/>
          </a:xfrm>
          <a:prstGeom prst="rect">
            <a:avLst/>
          </a:prstGeom>
          <a:solidFill>
            <a:srgbClr val="EBEB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27432" bIns="27432"/>
          <a:lstStyle/>
          <a:p>
            <a:pPr algn="l"/>
            <a:r>
              <a:rPr b="1" sz="1700">
                <a:solidFill>
                  <a:srgbClr val="FD5108"/>
                </a:solidFill>
              </a:rPr>
              <a:t>A   </a:t>
            </a:r>
            <a:r>
              <a:rPr sz="1600">
                <a:solidFill>
                  <a:srgbClr val="000000"/>
                </a:solidFill>
              </a:rPr>
              <a:t>Low — Low has the most indicators</a:t>
            </a:r>
          </a:p>
        </p:txBody>
      </p:sp>
      <p:sp>
        <p:nvSpPr>
          <p:cNvPr id="10" name="Rectangle 9"/>
          <p:cNvSpPr/>
          <p:nvPr/>
        </p:nvSpPr>
        <p:spPr>
          <a:xfrm>
            <a:off x="365760" y="3300984"/>
            <a:ext cx="11430000" cy="822959"/>
          </a:xfrm>
          <a:prstGeom prst="rect">
            <a:avLst/>
          </a:prstGeom>
          <a:solidFill>
            <a:srgbClr val="EBEB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27432" bIns="27432"/>
          <a:lstStyle/>
          <a:p>
            <a:pPr algn="l"/>
            <a:r>
              <a:rPr b="1" sz="1700">
                <a:solidFill>
                  <a:srgbClr val="FD5108"/>
                </a:solidFill>
              </a:rPr>
              <a:t>B   </a:t>
            </a:r>
            <a:r>
              <a:rPr sz="1600">
                <a:solidFill>
                  <a:srgbClr val="000000"/>
                </a:solidFill>
              </a:rPr>
              <a:t>High — any bank with more than ten High indicators is High</a:t>
            </a:r>
          </a:p>
        </p:txBody>
      </p:sp>
      <p:sp>
        <p:nvSpPr>
          <p:cNvPr id="11" name="Rectangle 10"/>
          <p:cNvSpPr/>
          <p:nvPr/>
        </p:nvSpPr>
        <p:spPr>
          <a:xfrm>
            <a:off x="365760" y="4233672"/>
            <a:ext cx="11430000" cy="822959"/>
          </a:xfrm>
          <a:prstGeom prst="rect">
            <a:avLst/>
          </a:prstGeom>
          <a:solidFill>
            <a:srgbClr val="EBEB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27432" bIns="27432"/>
          <a:lstStyle/>
          <a:p>
            <a:pPr algn="l"/>
            <a:r>
              <a:rPr b="1" sz="1700">
                <a:solidFill>
                  <a:srgbClr val="FD5108"/>
                </a:solidFill>
              </a:rPr>
              <a:t>C   </a:t>
            </a:r>
            <a:r>
              <a:rPr sz="1600">
                <a:solidFill>
                  <a:srgbClr val="000000"/>
                </a:solidFill>
              </a:rPr>
              <a:t>Medium</a:t>
            </a:r>
          </a:p>
        </p:txBody>
      </p:sp>
      <p:sp>
        <p:nvSpPr>
          <p:cNvPr id="12" name="Rectangle 11"/>
          <p:cNvSpPr/>
          <p:nvPr/>
        </p:nvSpPr>
        <p:spPr>
          <a:xfrm>
            <a:off x="365760" y="5166360"/>
            <a:ext cx="11430000" cy="822959"/>
          </a:xfrm>
          <a:prstGeom prst="rect">
            <a:avLst/>
          </a:prstGeom>
          <a:solidFill>
            <a:srgbClr val="EBEB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27432" bIns="27432"/>
          <a:lstStyle/>
          <a:p>
            <a:pPr algn="l"/>
            <a:r>
              <a:rPr b="1" sz="1700">
                <a:solidFill>
                  <a:srgbClr val="FD5108"/>
                </a:solidFill>
              </a:rPr>
              <a:t>D   </a:t>
            </a:r>
            <a:r>
              <a:rPr sz="1600">
                <a:solidFill>
                  <a:srgbClr val="000000"/>
                </a:solidFill>
              </a:rPr>
              <a:t>Low — the 2.0 adjustment only applies to banks already rated Medium</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0"/>
              <a:t>Answer 14: C</a:t>
            </a:r>
          </a:p>
        </p:txBody>
      </p:sp>
      <p:sp>
        <p:nvSpPr>
          <p:cNvPr id="4" name="Footer Placeholder 4">
            <a:extLst>
              <a:ext uri="{FF2B5EF4-FFF2-40B4-BE49-F238E27FC236}">
                <a16:creationId xmlns:a16="http://schemas.microsoft.com/office/drawing/2014/main" id="{E57B29C1-93EA-1886-CD27-23CE023225D9}"/>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t>CS5292 Week 7 · Midterm practice</a:t>
            </a:r>
          </a:p>
        </p:txBody>
      </p:sp>
      <p:sp>
        <p:nvSpPr>
          <p:cNvPr id="6" name="Slide Number Placeholder 13">
            <a:extLst>
              <a:ext uri="{FF2B5EF4-FFF2-40B4-BE49-F238E27FC236}">
                <a16:creationId xmlns:a16="http://schemas.microsoft.com/office/drawing/2014/main" id="{D15FEAD4-DFB9-ED08-EBEE-A4E5DE31E318}"/>
              </a:ext>
            </a:extLst>
          </p:cNvPr>
          <p:cNvSpPr>
            <a:spLocks noGrp="1"/>
          </p:cNvSpPr>
          <p:nvPr>
            <p:ph type="sldNum" sz="quarter" idx="4"/>
          </p:nvPr>
        </p:nvSpPr>
        <p:spPr>
          <a:xfrm>
            <a:off x="11526043" y="6491859"/>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sp>
        <p:nvSpPr>
          <p:cNvPr id="7" name="Rectangle 6"/>
          <p:cNvSpPr/>
          <p:nvPr/>
        </p:nvSpPr>
        <p:spPr>
          <a:xfrm>
            <a:off x="365760" y="1234440"/>
            <a:ext cx="11430000" cy="685800"/>
          </a:xfrm>
          <a:prstGeom prst="rect">
            <a:avLst/>
          </a:prstGeom>
          <a:solidFill>
            <a:srgbClr val="FFE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r>
              <a:rPr sz="1600" b="1">
                <a:solidFill>
                  <a:srgbClr val="000000"/>
                </a:solidFill>
              </a:rPr>
              <a:t>C   Medium</a:t>
            </a:r>
          </a:p>
        </p:txBody>
      </p:sp>
      <p:sp>
        <p:nvSpPr>
          <p:cNvPr id="8" name="TextBox 7"/>
          <p:cNvSpPr txBox="1"/>
          <p:nvPr/>
        </p:nvSpPr>
        <p:spPr>
          <a:xfrm>
            <a:off x="365760" y="2103120"/>
            <a:ext cx="11430000" cy="731520"/>
          </a:xfrm>
          <a:prstGeom prst="rect">
            <a:avLst/>
          </a:prstGeom>
          <a:noFill/>
        </p:spPr>
        <p:txBody>
          <a:bodyPr wrap="square" anchor="t" lIns="0" rIns="0">
            <a:spAutoFit/>
          </a:bodyPr>
          <a:lstStyle/>
          <a:p>
            <a:r>
              <a:rPr b="1" sz="1600">
                <a:solidFill>
                  <a:srgbClr val="FD5108"/>
                </a:solidFill>
              </a:rPr>
              <a:t>Why: </a:t>
            </a:r>
          </a:p>
          <a:p>
            <a:r>
              <a:rPr b="0" sz="1600">
                <a:solidFill>
                  <a:srgbClr val="000000"/>
                </a:solidFill>
              </a:rPr>
              <a:t>Low wins the count, but the Low count (28) is equal to or less than High + Medium (30), so 2.0 moves the bank up to Medium.</a:t>
            </a:r>
          </a:p>
        </p:txBody>
      </p:sp>
      <p:graphicFrame>
        <p:nvGraphicFramePr>
          <p:cNvPr id="9" name="Table 8"/>
          <p:cNvGraphicFramePr>
            <a:graphicFrameLocks noGrp="1"/>
          </p:cNvGraphicFramePr>
          <p:nvPr/>
        </p:nvGraphicFramePr>
        <p:xfrm>
          <a:off x="365760" y="2971800"/>
          <a:ext cx="11430000" cy="1828800"/>
        </p:xfrm>
        <a:graphic>
          <a:graphicData uri="http://schemas.openxmlformats.org/drawingml/2006/table">
            <a:tbl>
              <a:tblPr firstRow="1">
                <a:tableStyleId>{605943CB-6F42-4776-B506-94E284F2829C}</a:tableStyleId>
              </a:tblPr>
              <a:tblGrid>
                <a:gridCol w="5120640"/>
                <a:gridCol w="6309360"/>
              </a:tblGrid>
              <a:tr h="457200">
                <a:tc>
                  <a:txBody>
                    <a:bodyPr/>
                    <a:lstStyle/>
                    <a:p>
                      <a:r>
                        <a:rPr sz="1300" b="1"/>
                        <a:t>Option</a:t>
                      </a:r>
                    </a:p>
                  </a:txBody>
                  <a:tcPr anchor="ctr" marT="36576" marB="36576"/>
                </a:tc>
                <a:tc>
                  <a:txBody>
                    <a:bodyPr/>
                    <a:lstStyle/>
                    <a:p>
                      <a:r>
                        <a:rPr sz="1300" b="1"/>
                        <a:t>Why not</a:t>
                      </a:r>
                    </a:p>
                  </a:txBody>
                  <a:tcPr anchor="ctr" marT="36576" marB="36576"/>
                </a:tc>
              </a:tr>
              <a:tr h="457200">
                <a:tc>
                  <a:txBody>
                    <a:bodyPr/>
                    <a:lstStyle/>
                    <a:p>
                      <a:r>
                        <a:rPr sz="1300"/>
                        <a:t>A · Low — Low has the most indicators</a:t>
                      </a:r>
                    </a:p>
                  </a:txBody>
                  <a:tcPr anchor="ctr" marT="36576" marB="36576"/>
                </a:tc>
                <a:tc>
                  <a:txBody>
                    <a:bodyPr/>
                    <a:lstStyle/>
                    <a:p>
                      <a:r>
                        <a:rPr sz="1300"/>
                        <a:t>This was the C-RAF 1.0 rule (most indicators wins). 2.0 added an adjustment.</a:t>
                      </a:r>
                    </a:p>
                  </a:txBody>
                  <a:tcPr anchor="ctr" marT="36576" marB="36576"/>
                </a:tc>
              </a:tr>
              <a:tr h="457200">
                <a:tc>
                  <a:txBody>
                    <a:bodyPr/>
                    <a:lstStyle/>
                    <a:p>
                      <a:r>
                        <a:rPr sz="1300"/>
                        <a:t>B · High — any bank with more than ten High indicators is High</a:t>
                      </a:r>
                    </a:p>
                  </a:txBody>
                  <a:tcPr anchor="ctr" marT="36576" marB="36576"/>
                </a:tc>
                <a:tc>
                  <a:txBody>
                    <a:bodyPr/>
                    <a:lstStyle/>
                    <a:p>
                      <a:r>
                        <a:rPr sz="1300"/>
                        <a:t>There is no “more than ten High” rule.</a:t>
                      </a:r>
                    </a:p>
                  </a:txBody>
                  <a:tcPr anchor="ctr" marT="36576" marB="36576"/>
                </a:tc>
              </a:tr>
              <a:tr h="457200">
                <a:tc>
                  <a:txBody>
                    <a:bodyPr/>
                    <a:lstStyle/>
                    <a:p>
                      <a:r>
                        <a:rPr sz="1300"/>
                        <a:t>D · Low — the 2.0 adjustment only applies to banks already rated Medium</a:t>
                      </a:r>
                    </a:p>
                  </a:txBody>
                  <a:tcPr anchor="ctr" marT="36576" marB="36576"/>
                </a:tc>
                <a:tc>
                  <a:txBody>
                    <a:bodyPr/>
                    <a:lstStyle/>
                    <a:p>
                      <a:r>
                        <a:rPr sz="1300"/>
                        <a:t>Backwards: the adjustment only ever moves a Low result upward; a Medium result stays Medium.</a:t>
                      </a:r>
                    </a:p>
                  </a:txBody>
                  <a:tcPr anchor="ctr" marT="36576" marB="36576"/>
                </a:tc>
              </a:tr>
            </a:tbl>
          </a:graphicData>
        </a:graphic>
      </p:graphicFrame>
      <p:sp>
        <p:nvSpPr>
          <p:cNvPr id="10" name="TextBox 9"/>
          <p:cNvSpPr txBox="1"/>
          <p:nvPr/>
        </p:nvSpPr>
        <p:spPr>
          <a:xfrm>
            <a:off x="365760" y="6144768"/>
            <a:ext cx="11430000" cy="228600"/>
          </a:xfrm>
          <a:prstGeom prst="rect">
            <a:avLst/>
          </a:prstGeom>
          <a:noFill/>
        </p:spPr>
        <p:txBody>
          <a:bodyPr wrap="square" anchor="t" lIns="0" rIns="0">
            <a:spAutoFit/>
          </a:bodyPr>
          <a:lstStyle/>
          <a:p>
            <a:r>
              <a:rPr b="0" sz="900">
                <a:solidFill>
                  <a:srgbClr val="6B727D"/>
                </a:solidFill>
              </a:rPr>
              <a:t>Week 5 knowledge check · Q1 (C-RAF 2.0 inherent risk)</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0"/>
              <a:t>Question 15</a:t>
            </a:r>
          </a:p>
        </p:txBody>
      </p:sp>
      <p:sp>
        <p:nvSpPr>
          <p:cNvPr id="4" name="Footer Placeholder 4">
            <a:extLst>
              <a:ext uri="{FF2B5EF4-FFF2-40B4-BE49-F238E27FC236}">
                <a16:creationId xmlns:a16="http://schemas.microsoft.com/office/drawing/2014/main" id="{E57B29C1-93EA-1886-CD27-23CE023225D9}"/>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t>CS5292 Week 7 · Midterm practice</a:t>
            </a:r>
          </a:p>
        </p:txBody>
      </p:sp>
      <p:sp>
        <p:nvSpPr>
          <p:cNvPr id="6" name="Slide Number Placeholder 13">
            <a:extLst>
              <a:ext uri="{FF2B5EF4-FFF2-40B4-BE49-F238E27FC236}">
                <a16:creationId xmlns:a16="http://schemas.microsoft.com/office/drawing/2014/main" id="{D15FEAD4-DFB9-ED08-EBEE-A4E5DE31E318}"/>
              </a:ext>
            </a:extLst>
          </p:cNvPr>
          <p:cNvSpPr>
            <a:spLocks noGrp="1"/>
          </p:cNvSpPr>
          <p:nvPr>
            <p:ph type="sldNum" sz="quarter" idx="4"/>
          </p:nvPr>
        </p:nvSpPr>
        <p:spPr>
          <a:xfrm>
            <a:off x="11526043" y="6491859"/>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sp>
        <p:nvSpPr>
          <p:cNvPr id="7" name="TextBox 6"/>
          <p:cNvSpPr txBox="1"/>
          <p:nvPr/>
        </p:nvSpPr>
        <p:spPr>
          <a:xfrm>
            <a:off x="365760" y="1097280"/>
            <a:ext cx="11430000" cy="274320"/>
          </a:xfrm>
          <a:prstGeom prst="rect">
            <a:avLst/>
          </a:prstGeom>
          <a:noFill/>
        </p:spPr>
        <p:txBody>
          <a:bodyPr wrap="square" anchor="t" lIns="0" rIns="0">
            <a:spAutoFit/>
          </a:bodyPr>
          <a:lstStyle/>
          <a:p>
            <a:r>
              <a:rPr b="1" sz="1100">
                <a:solidFill>
                  <a:srgbClr val="FD5108"/>
                </a:solidFill>
              </a:rPr>
              <a:t>WEEK 5 KNOWLEDGE CHECK · Q5 (PULSE CHECK ON THE LOG RFI)</a:t>
            </a:r>
          </a:p>
        </p:txBody>
      </p:sp>
      <p:sp>
        <p:nvSpPr>
          <p:cNvPr id="8" name="TextBox 7"/>
          <p:cNvSpPr txBox="1"/>
          <p:nvPr/>
        </p:nvSpPr>
        <p:spPr>
          <a:xfrm>
            <a:off x="365760" y="1417320"/>
            <a:ext cx="11430000" cy="768096"/>
          </a:xfrm>
          <a:prstGeom prst="rect">
            <a:avLst/>
          </a:prstGeom>
          <a:noFill/>
        </p:spPr>
        <p:txBody>
          <a:bodyPr wrap="square" anchor="t" lIns="0" rIns="0">
            <a:spAutoFit/>
          </a:bodyPr>
          <a:lstStyle/>
          <a:p>
            <a:r>
              <a:rPr b="1" sz="1700">
                <a:solidFill>
                  <a:srgbClr val="000000"/>
                </a:solidFill>
              </a:rPr>
              <a:t>A new Intermediate principle requires security logs for key systems to be readily available “for an adequate period” for incident investigation. What is the best RFI approach?</a:t>
            </a:r>
          </a:p>
        </p:txBody>
      </p:sp>
      <p:sp>
        <p:nvSpPr>
          <p:cNvPr id="9" name="Rectangle 8"/>
          <p:cNvSpPr/>
          <p:nvPr/>
        </p:nvSpPr>
        <p:spPr>
          <a:xfrm>
            <a:off x="365760" y="2368296"/>
            <a:ext cx="11430000" cy="822959"/>
          </a:xfrm>
          <a:prstGeom prst="rect">
            <a:avLst/>
          </a:prstGeom>
          <a:solidFill>
            <a:srgbClr val="EBEB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27432" bIns="27432"/>
          <a:lstStyle/>
          <a:p>
            <a:pPr algn="l"/>
            <a:r>
              <a:rPr b="1" sz="1500">
                <a:solidFill>
                  <a:srgbClr val="FD5108"/>
                </a:solidFill>
              </a:rPr>
              <a:t>A   </a:t>
            </a:r>
            <a:r>
              <a:rPr sz="1400">
                <a:solidFill>
                  <a:srgbClr val="000000"/>
                </a:solidFill>
              </a:rPr>
              <a:t>Accept the monitoring policy stating that logs are retained “adequately”</a:t>
            </a:r>
          </a:p>
        </p:txBody>
      </p:sp>
      <p:sp>
        <p:nvSpPr>
          <p:cNvPr id="10" name="Rectangle 9"/>
          <p:cNvSpPr/>
          <p:nvPr/>
        </p:nvSpPr>
        <p:spPr>
          <a:xfrm>
            <a:off x="365760" y="3300984"/>
            <a:ext cx="11430000" cy="822959"/>
          </a:xfrm>
          <a:prstGeom prst="rect">
            <a:avLst/>
          </a:prstGeom>
          <a:solidFill>
            <a:srgbClr val="EBEB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27432" bIns="27432"/>
          <a:lstStyle/>
          <a:p>
            <a:pPr algn="l"/>
            <a:r>
              <a:rPr b="1" sz="1500">
                <a:solidFill>
                  <a:srgbClr val="FD5108"/>
                </a:solidFill>
              </a:rPr>
              <a:t>B   </a:t>
            </a:r>
            <a:r>
              <a:rPr sz="1400">
                <a:solidFill>
                  <a:srgbClr val="000000"/>
                </a:solidFill>
              </a:rPr>
              <a:t>Require six months of retention, the figure used by the Government’s G3</a:t>
            </a:r>
          </a:p>
        </p:txBody>
      </p:sp>
      <p:sp>
        <p:nvSpPr>
          <p:cNvPr id="11" name="Rectangle 10"/>
          <p:cNvSpPr/>
          <p:nvPr/>
        </p:nvSpPr>
        <p:spPr>
          <a:xfrm>
            <a:off x="365760" y="4233672"/>
            <a:ext cx="11430000" cy="822959"/>
          </a:xfrm>
          <a:prstGeom prst="rect">
            <a:avLst/>
          </a:prstGeom>
          <a:solidFill>
            <a:srgbClr val="EBEB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27432" bIns="27432"/>
          <a:lstStyle/>
          <a:p>
            <a:pPr algn="l"/>
            <a:r>
              <a:rPr b="1" sz="1500">
                <a:solidFill>
                  <a:srgbClr val="FD5108"/>
                </a:solidFill>
              </a:rPr>
              <a:t>C   </a:t>
            </a:r>
            <a:r>
              <a:rPr sz="1400">
                <a:solidFill>
                  <a:srgbClr val="000000"/>
                </a:solidFill>
              </a:rPr>
              <a:t>Ask for screenshots of the actual SIEM and EDR retention settings, and how the bank decided the period is adequate for realistic detection times</a:t>
            </a:r>
          </a:p>
        </p:txBody>
      </p:sp>
      <p:sp>
        <p:nvSpPr>
          <p:cNvPr id="12" name="Rectangle 11"/>
          <p:cNvSpPr/>
          <p:nvPr/>
        </p:nvSpPr>
        <p:spPr>
          <a:xfrm>
            <a:off x="365760" y="5166360"/>
            <a:ext cx="11430000" cy="822959"/>
          </a:xfrm>
          <a:prstGeom prst="rect">
            <a:avLst/>
          </a:prstGeom>
          <a:solidFill>
            <a:srgbClr val="EBEB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27432" bIns="27432"/>
          <a:lstStyle/>
          <a:p>
            <a:pPr algn="l"/>
            <a:r>
              <a:rPr b="1" sz="1500">
                <a:solidFill>
                  <a:srgbClr val="FD5108"/>
                </a:solidFill>
              </a:rPr>
              <a:t>D   </a:t>
            </a:r>
            <a:r>
              <a:rPr sz="1400">
                <a:solidFill>
                  <a:srgbClr val="000000"/>
                </a:solidFill>
              </a:rPr>
              <a:t>Mark the principle NA because it gives no number</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0"/>
              <a:t>Answer 15: C</a:t>
            </a:r>
          </a:p>
        </p:txBody>
      </p:sp>
      <p:sp>
        <p:nvSpPr>
          <p:cNvPr id="4" name="Footer Placeholder 4">
            <a:extLst>
              <a:ext uri="{FF2B5EF4-FFF2-40B4-BE49-F238E27FC236}">
                <a16:creationId xmlns:a16="http://schemas.microsoft.com/office/drawing/2014/main" id="{E57B29C1-93EA-1886-CD27-23CE023225D9}"/>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t>CS5292 Week 7 · Midterm practice</a:t>
            </a:r>
          </a:p>
        </p:txBody>
      </p:sp>
      <p:sp>
        <p:nvSpPr>
          <p:cNvPr id="6" name="Slide Number Placeholder 13">
            <a:extLst>
              <a:ext uri="{FF2B5EF4-FFF2-40B4-BE49-F238E27FC236}">
                <a16:creationId xmlns:a16="http://schemas.microsoft.com/office/drawing/2014/main" id="{D15FEAD4-DFB9-ED08-EBEE-A4E5DE31E318}"/>
              </a:ext>
            </a:extLst>
          </p:cNvPr>
          <p:cNvSpPr>
            <a:spLocks noGrp="1"/>
          </p:cNvSpPr>
          <p:nvPr>
            <p:ph type="sldNum" sz="quarter" idx="4"/>
          </p:nvPr>
        </p:nvSpPr>
        <p:spPr>
          <a:xfrm>
            <a:off x="11526043" y="6491859"/>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sp>
        <p:nvSpPr>
          <p:cNvPr id="7" name="Rectangle 6"/>
          <p:cNvSpPr/>
          <p:nvPr/>
        </p:nvSpPr>
        <p:spPr>
          <a:xfrm>
            <a:off x="365760" y="1234440"/>
            <a:ext cx="11430000" cy="960120"/>
          </a:xfrm>
          <a:prstGeom prst="rect">
            <a:avLst/>
          </a:prstGeom>
          <a:solidFill>
            <a:srgbClr val="FFE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000000"/>
                </a:solidFill>
              </a:rPr>
              <a:t>C   Ask for screenshots of the actual SIEM and EDR retention settings, and how the bank decided the period is adequate for realistic detection times</a:t>
            </a:r>
          </a:p>
        </p:txBody>
      </p:sp>
      <p:sp>
        <p:nvSpPr>
          <p:cNvPr id="8" name="TextBox 7"/>
          <p:cNvSpPr txBox="1"/>
          <p:nvPr/>
        </p:nvSpPr>
        <p:spPr>
          <a:xfrm>
            <a:off x="365760" y="2377440"/>
            <a:ext cx="11430000" cy="731520"/>
          </a:xfrm>
          <a:prstGeom prst="rect">
            <a:avLst/>
          </a:prstGeom>
          <a:noFill/>
        </p:spPr>
        <p:txBody>
          <a:bodyPr wrap="square" anchor="t" lIns="0" rIns="0">
            <a:spAutoFit/>
          </a:bodyPr>
          <a:lstStyle/>
          <a:p>
            <a:r>
              <a:rPr b="1" sz="1600">
                <a:solidFill>
                  <a:srgbClr val="FD5108"/>
                </a:solidFill>
              </a:rPr>
              <a:t>Why: </a:t>
            </a:r>
          </a:p>
          <a:p>
            <a:r>
              <a:rPr b="0" sz="1600">
                <a:solidFill>
                  <a:srgbClr val="000000"/>
                </a:solidFill>
              </a:rPr>
              <a:t>Pin down the soft word: ask for the configured evidence and the rationale linking retention to how long intrusions take to detect.</a:t>
            </a:r>
          </a:p>
        </p:txBody>
      </p:sp>
      <p:graphicFrame>
        <p:nvGraphicFramePr>
          <p:cNvPr id="9" name="Table 8"/>
          <p:cNvGraphicFramePr>
            <a:graphicFrameLocks noGrp="1"/>
          </p:cNvGraphicFramePr>
          <p:nvPr/>
        </p:nvGraphicFramePr>
        <p:xfrm>
          <a:off x="365760" y="3246120"/>
          <a:ext cx="11430000" cy="1828800"/>
        </p:xfrm>
        <a:graphic>
          <a:graphicData uri="http://schemas.openxmlformats.org/drawingml/2006/table">
            <a:tbl>
              <a:tblPr firstRow="1">
                <a:tableStyleId>{605943CB-6F42-4776-B506-94E284F2829C}</a:tableStyleId>
              </a:tblPr>
              <a:tblGrid>
                <a:gridCol w="5120640"/>
                <a:gridCol w="6309360"/>
              </a:tblGrid>
              <a:tr h="457200">
                <a:tc>
                  <a:txBody>
                    <a:bodyPr/>
                    <a:lstStyle/>
                    <a:p>
                      <a:r>
                        <a:rPr sz="1300" b="1"/>
                        <a:t>Option</a:t>
                      </a:r>
                    </a:p>
                  </a:txBody>
                  <a:tcPr anchor="ctr" marT="36576" marB="36576"/>
                </a:tc>
                <a:tc>
                  <a:txBody>
                    <a:bodyPr/>
                    <a:lstStyle/>
                    <a:p>
                      <a:r>
                        <a:rPr sz="1300" b="1"/>
                        <a:t>Why not</a:t>
                      </a:r>
                    </a:p>
                  </a:txBody>
                  <a:tcPr anchor="ctr" marT="36576" marB="36576"/>
                </a:tc>
              </a:tr>
              <a:tr h="457200">
                <a:tc>
                  <a:txBody>
                    <a:bodyPr/>
                    <a:lstStyle/>
                    <a:p>
                      <a:r>
                        <a:rPr sz="1300"/>
                        <a:t>A · Accept the monitoring policy stating that logs are retained “adequately”</a:t>
                      </a:r>
                    </a:p>
                  </a:txBody>
                  <a:tcPr anchor="ctr" marT="36576" marB="36576"/>
                </a:tc>
                <a:tc>
                  <a:txBody>
                    <a:bodyPr/>
                    <a:lstStyle/>
                    <a:p>
                      <a:r>
                        <a:rPr sz="1300"/>
                        <a:t>The policy states intent; the setting is the evidence.</a:t>
                      </a:r>
                    </a:p>
                  </a:txBody>
                  <a:tcPr anchor="ctr" marT="36576" marB="36576"/>
                </a:tc>
              </a:tr>
              <a:tr h="457200">
                <a:tc>
                  <a:txBody>
                    <a:bodyPr/>
                    <a:lstStyle/>
                    <a:p>
                      <a:r>
                        <a:rPr sz="1300"/>
                        <a:t>B · Require six months of retention, the figure used by the Government’s G3</a:t>
                      </a:r>
                    </a:p>
                  </a:txBody>
                  <a:tcPr anchor="ctr" marT="36576" marB="36576"/>
                </a:tc>
                <a:tc>
                  <a:txBody>
                    <a:bodyPr/>
                    <a:lstStyle/>
                    <a:p>
                      <a:r>
                        <a:rPr sz="1300"/>
                        <a:t>G3’s six months is a different regime. C-RAF is principle-based: the bank must justify its own number.</a:t>
                      </a:r>
                    </a:p>
                  </a:txBody>
                  <a:tcPr anchor="ctr" marT="36576" marB="36576"/>
                </a:tc>
              </a:tr>
              <a:tr h="457200">
                <a:tc>
                  <a:txBody>
                    <a:bodyPr/>
                    <a:lstStyle/>
                    <a:p>
                      <a:r>
                        <a:rPr sz="1300"/>
                        <a:t>D · Mark the principle NA because it gives no number</a:t>
                      </a:r>
                    </a:p>
                  </a:txBody>
                  <a:tcPr anchor="ctr" marT="36576" marB="36576"/>
                </a:tc>
                <a:tc>
                  <a:txBody>
                    <a:bodyPr/>
                    <a:lstStyle/>
                    <a:p>
                      <a:r>
                        <a:rPr sz="1300"/>
                        <a:t>A soft word is not a reason for NA; it is a reason to ask who decided, and why.</a:t>
                      </a:r>
                    </a:p>
                  </a:txBody>
                  <a:tcPr anchor="ctr" marT="36576" marB="36576"/>
                </a:tc>
              </a:tr>
            </a:tbl>
          </a:graphicData>
        </a:graphic>
      </p:graphicFrame>
      <p:sp>
        <p:nvSpPr>
          <p:cNvPr id="10" name="TextBox 9"/>
          <p:cNvSpPr txBox="1"/>
          <p:nvPr/>
        </p:nvSpPr>
        <p:spPr>
          <a:xfrm>
            <a:off x="365760" y="6144768"/>
            <a:ext cx="11430000" cy="228600"/>
          </a:xfrm>
          <a:prstGeom prst="rect">
            <a:avLst/>
          </a:prstGeom>
          <a:noFill/>
        </p:spPr>
        <p:txBody>
          <a:bodyPr wrap="square" anchor="t" lIns="0" rIns="0">
            <a:spAutoFit/>
          </a:bodyPr>
          <a:lstStyle/>
          <a:p>
            <a:r>
              <a:rPr b="0" sz="900">
                <a:solidFill>
                  <a:srgbClr val="6B727D"/>
                </a:solidFill>
              </a:rPr>
              <a:t>Week 5 knowledge check · Q5 (pulse check on the log RFI)</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0"/>
              <a:t>Question 16</a:t>
            </a:r>
          </a:p>
        </p:txBody>
      </p:sp>
      <p:sp>
        <p:nvSpPr>
          <p:cNvPr id="4" name="Footer Placeholder 4">
            <a:extLst>
              <a:ext uri="{FF2B5EF4-FFF2-40B4-BE49-F238E27FC236}">
                <a16:creationId xmlns:a16="http://schemas.microsoft.com/office/drawing/2014/main" id="{E57B29C1-93EA-1886-CD27-23CE023225D9}"/>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t>CS5292 Week 7 · Midterm practice</a:t>
            </a:r>
          </a:p>
        </p:txBody>
      </p:sp>
      <p:sp>
        <p:nvSpPr>
          <p:cNvPr id="6" name="Slide Number Placeholder 13">
            <a:extLst>
              <a:ext uri="{FF2B5EF4-FFF2-40B4-BE49-F238E27FC236}">
                <a16:creationId xmlns:a16="http://schemas.microsoft.com/office/drawing/2014/main" id="{D15FEAD4-DFB9-ED08-EBEE-A4E5DE31E318}"/>
              </a:ext>
            </a:extLst>
          </p:cNvPr>
          <p:cNvSpPr>
            <a:spLocks noGrp="1"/>
          </p:cNvSpPr>
          <p:nvPr>
            <p:ph type="sldNum" sz="quarter" idx="4"/>
          </p:nvPr>
        </p:nvSpPr>
        <p:spPr>
          <a:xfrm>
            <a:off x="11526043" y="6491859"/>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sp>
        <p:nvSpPr>
          <p:cNvPr id="7" name="TextBox 6"/>
          <p:cNvSpPr txBox="1"/>
          <p:nvPr/>
        </p:nvSpPr>
        <p:spPr>
          <a:xfrm>
            <a:off x="365760" y="1097280"/>
            <a:ext cx="11430000" cy="274320"/>
          </a:xfrm>
          <a:prstGeom prst="rect">
            <a:avLst/>
          </a:prstGeom>
          <a:noFill/>
        </p:spPr>
        <p:txBody>
          <a:bodyPr wrap="square" anchor="t" lIns="0" rIns="0">
            <a:spAutoFit/>
          </a:bodyPr>
          <a:lstStyle/>
          <a:p>
            <a:r>
              <a:rPr b="1" sz="1100">
                <a:solidFill>
                  <a:srgbClr val="FD5108"/>
                </a:solidFill>
              </a:rPr>
              <a:t>WEEK 5 KNOWLEDGE CHECK · Q6 (SCORING)</a:t>
            </a:r>
          </a:p>
        </p:txBody>
      </p:sp>
      <p:sp>
        <p:nvSpPr>
          <p:cNvPr id="8" name="TextBox 7"/>
          <p:cNvSpPr txBox="1"/>
          <p:nvPr/>
        </p:nvSpPr>
        <p:spPr>
          <a:xfrm>
            <a:off x="365760" y="1417320"/>
            <a:ext cx="11430000" cy="768096"/>
          </a:xfrm>
          <a:prstGeom prst="rect">
            <a:avLst/>
          </a:prstGeom>
          <a:noFill/>
        </p:spPr>
        <p:txBody>
          <a:bodyPr wrap="square" anchor="t" lIns="0" rIns="0">
            <a:spAutoFit/>
          </a:bodyPr>
          <a:lstStyle/>
          <a:p>
            <a:r>
              <a:rPr b="1" sz="2000">
                <a:solidFill>
                  <a:srgbClr val="000000"/>
                </a:solidFill>
              </a:rPr>
              <a:t>A component has 8 Control Principles at the bank’s required level. The results are 6 Y, 1 AC and 1 N. What is the attainment, and what must accompany it?</a:t>
            </a:r>
          </a:p>
        </p:txBody>
      </p:sp>
      <p:sp>
        <p:nvSpPr>
          <p:cNvPr id="9" name="Rectangle 8"/>
          <p:cNvSpPr/>
          <p:nvPr/>
        </p:nvSpPr>
        <p:spPr>
          <a:xfrm>
            <a:off x="365760" y="2368296"/>
            <a:ext cx="11430000" cy="822959"/>
          </a:xfrm>
          <a:prstGeom prst="rect">
            <a:avLst/>
          </a:prstGeom>
          <a:solidFill>
            <a:srgbClr val="EBEB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27432" bIns="27432"/>
          <a:lstStyle/>
          <a:p>
            <a:pPr algn="l"/>
            <a:r>
              <a:rPr b="1" sz="1700">
                <a:solidFill>
                  <a:srgbClr val="FD5108"/>
                </a:solidFill>
              </a:rPr>
              <a:t>A   </a:t>
            </a:r>
            <a:r>
              <a:rPr sz="1600">
                <a:solidFill>
                  <a:srgbClr val="000000"/>
                </a:solidFill>
              </a:rPr>
              <a:t>75% — only Y counts; no further action needed</a:t>
            </a:r>
          </a:p>
        </p:txBody>
      </p:sp>
      <p:sp>
        <p:nvSpPr>
          <p:cNvPr id="10" name="Rectangle 9"/>
          <p:cNvSpPr/>
          <p:nvPr/>
        </p:nvSpPr>
        <p:spPr>
          <a:xfrm>
            <a:off x="365760" y="3300984"/>
            <a:ext cx="11430000" cy="822959"/>
          </a:xfrm>
          <a:prstGeom prst="rect">
            <a:avLst/>
          </a:prstGeom>
          <a:solidFill>
            <a:srgbClr val="EBEB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27432" bIns="27432"/>
          <a:lstStyle/>
          <a:p>
            <a:pPr algn="l"/>
            <a:r>
              <a:rPr b="1" sz="1700">
                <a:solidFill>
                  <a:srgbClr val="FD5108"/>
                </a:solidFill>
              </a:rPr>
              <a:t>B   </a:t>
            </a:r>
            <a:r>
              <a:rPr sz="1600">
                <a:solidFill>
                  <a:srgbClr val="000000"/>
                </a:solidFill>
              </a:rPr>
              <a:t>87.5% — with a remediation plan and timeline for the N in the justification</a:t>
            </a:r>
          </a:p>
        </p:txBody>
      </p:sp>
      <p:sp>
        <p:nvSpPr>
          <p:cNvPr id="11" name="Rectangle 10"/>
          <p:cNvSpPr/>
          <p:nvPr/>
        </p:nvSpPr>
        <p:spPr>
          <a:xfrm>
            <a:off x="365760" y="4233672"/>
            <a:ext cx="11430000" cy="822959"/>
          </a:xfrm>
          <a:prstGeom prst="rect">
            <a:avLst/>
          </a:prstGeom>
          <a:solidFill>
            <a:srgbClr val="EBEB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27432" bIns="27432"/>
          <a:lstStyle/>
          <a:p>
            <a:pPr algn="l"/>
            <a:r>
              <a:rPr b="1" sz="1700">
                <a:solidFill>
                  <a:srgbClr val="FD5108"/>
                </a:solidFill>
              </a:rPr>
              <a:t>C   </a:t>
            </a:r>
            <a:r>
              <a:rPr sz="1600">
                <a:solidFill>
                  <a:srgbClr val="000000"/>
                </a:solidFill>
              </a:rPr>
              <a:t>100% — AC counts as Y and the N is simply noted</a:t>
            </a:r>
          </a:p>
        </p:txBody>
      </p:sp>
      <p:sp>
        <p:nvSpPr>
          <p:cNvPr id="12" name="Rectangle 11"/>
          <p:cNvSpPr/>
          <p:nvPr/>
        </p:nvSpPr>
        <p:spPr>
          <a:xfrm>
            <a:off x="365760" y="5166360"/>
            <a:ext cx="11430000" cy="822959"/>
          </a:xfrm>
          <a:prstGeom prst="rect">
            <a:avLst/>
          </a:prstGeom>
          <a:solidFill>
            <a:srgbClr val="EBEB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27432" bIns="27432"/>
          <a:lstStyle/>
          <a:p>
            <a:pPr algn="l"/>
            <a:r>
              <a:rPr b="1" sz="1700">
                <a:solidFill>
                  <a:srgbClr val="FD5108"/>
                </a:solidFill>
              </a:rPr>
              <a:t>D   </a:t>
            </a:r>
            <a:r>
              <a:rPr sz="1600">
                <a:solidFill>
                  <a:srgbClr val="000000"/>
                </a:solidFill>
              </a:rPr>
              <a:t>87.5% — and the N is closed automatically once management accepts the risk</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0"/>
              <a:t>Answer 16: B</a:t>
            </a:r>
          </a:p>
        </p:txBody>
      </p:sp>
      <p:sp>
        <p:nvSpPr>
          <p:cNvPr id="4" name="Footer Placeholder 4">
            <a:extLst>
              <a:ext uri="{FF2B5EF4-FFF2-40B4-BE49-F238E27FC236}">
                <a16:creationId xmlns:a16="http://schemas.microsoft.com/office/drawing/2014/main" id="{E57B29C1-93EA-1886-CD27-23CE023225D9}"/>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t>CS5292 Week 7 · Midterm practice</a:t>
            </a:r>
          </a:p>
        </p:txBody>
      </p:sp>
      <p:sp>
        <p:nvSpPr>
          <p:cNvPr id="6" name="Slide Number Placeholder 13">
            <a:extLst>
              <a:ext uri="{FF2B5EF4-FFF2-40B4-BE49-F238E27FC236}">
                <a16:creationId xmlns:a16="http://schemas.microsoft.com/office/drawing/2014/main" id="{D15FEAD4-DFB9-ED08-EBEE-A4E5DE31E318}"/>
              </a:ext>
            </a:extLst>
          </p:cNvPr>
          <p:cNvSpPr>
            <a:spLocks noGrp="1"/>
          </p:cNvSpPr>
          <p:nvPr>
            <p:ph type="sldNum" sz="quarter" idx="4"/>
          </p:nvPr>
        </p:nvSpPr>
        <p:spPr>
          <a:xfrm>
            <a:off x="11526043" y="6491859"/>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sp>
        <p:nvSpPr>
          <p:cNvPr id="7" name="Rectangle 6"/>
          <p:cNvSpPr/>
          <p:nvPr/>
        </p:nvSpPr>
        <p:spPr>
          <a:xfrm>
            <a:off x="365760" y="1234440"/>
            <a:ext cx="11430000" cy="685800"/>
          </a:xfrm>
          <a:prstGeom prst="rect">
            <a:avLst/>
          </a:prstGeom>
          <a:solidFill>
            <a:srgbClr val="FFE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r>
              <a:rPr sz="1600" b="1">
                <a:solidFill>
                  <a:srgbClr val="000000"/>
                </a:solidFill>
              </a:rPr>
              <a:t>B   87.5% — with a remediation plan and timeline for the N in the justification</a:t>
            </a:r>
          </a:p>
        </p:txBody>
      </p:sp>
      <p:sp>
        <p:nvSpPr>
          <p:cNvPr id="8" name="TextBox 7"/>
          <p:cNvSpPr txBox="1"/>
          <p:nvPr/>
        </p:nvSpPr>
        <p:spPr>
          <a:xfrm>
            <a:off x="365760" y="2103120"/>
            <a:ext cx="11430000" cy="457200"/>
          </a:xfrm>
          <a:prstGeom prst="rect">
            <a:avLst/>
          </a:prstGeom>
          <a:noFill/>
        </p:spPr>
        <p:txBody>
          <a:bodyPr wrap="square" anchor="t" lIns="0" rIns="0">
            <a:spAutoFit/>
          </a:bodyPr>
          <a:lstStyle/>
          <a:p>
            <a:r>
              <a:rPr b="1" sz="1600">
                <a:solidFill>
                  <a:srgbClr val="FD5108"/>
                </a:solidFill>
              </a:rPr>
              <a:t>Why: </a:t>
            </a:r>
          </a:p>
          <a:p>
            <a:r>
              <a:rPr b="0" sz="1600">
                <a:solidFill>
                  <a:srgbClr val="000000"/>
                </a:solidFill>
              </a:rPr>
              <a:t>(6 + 1) ÷ 8 = 87.5%. Every N needs a remediation plan and timeline.</a:t>
            </a:r>
          </a:p>
        </p:txBody>
      </p:sp>
      <p:graphicFrame>
        <p:nvGraphicFramePr>
          <p:cNvPr id="9" name="Table 8"/>
          <p:cNvGraphicFramePr>
            <a:graphicFrameLocks noGrp="1"/>
          </p:cNvGraphicFramePr>
          <p:nvPr/>
        </p:nvGraphicFramePr>
        <p:xfrm>
          <a:off x="365760" y="2697480"/>
          <a:ext cx="11430000" cy="1828800"/>
        </p:xfrm>
        <a:graphic>
          <a:graphicData uri="http://schemas.openxmlformats.org/drawingml/2006/table">
            <a:tbl>
              <a:tblPr firstRow="1">
                <a:tableStyleId>{605943CB-6F42-4776-B506-94E284F2829C}</a:tableStyleId>
              </a:tblPr>
              <a:tblGrid>
                <a:gridCol w="5120640"/>
                <a:gridCol w="6309360"/>
              </a:tblGrid>
              <a:tr h="457200">
                <a:tc>
                  <a:txBody>
                    <a:bodyPr/>
                    <a:lstStyle/>
                    <a:p>
                      <a:r>
                        <a:rPr sz="1300" b="1"/>
                        <a:t>Option</a:t>
                      </a:r>
                    </a:p>
                  </a:txBody>
                  <a:tcPr anchor="ctr" marT="36576" marB="36576"/>
                </a:tc>
                <a:tc>
                  <a:txBody>
                    <a:bodyPr/>
                    <a:lstStyle/>
                    <a:p>
                      <a:r>
                        <a:rPr sz="1300" b="1"/>
                        <a:t>Why not</a:t>
                      </a:r>
                    </a:p>
                  </a:txBody>
                  <a:tcPr anchor="ctr" marT="36576" marB="36576"/>
                </a:tc>
              </a:tr>
              <a:tr h="457200">
                <a:tc>
                  <a:txBody>
                    <a:bodyPr/>
                    <a:lstStyle/>
                    <a:p>
                      <a:r>
                        <a:rPr sz="1300"/>
                        <a:t>A · 75% — only Y counts; no further action needed</a:t>
                      </a:r>
                    </a:p>
                  </a:txBody>
                  <a:tcPr anchor="ctr" marT="36576" marB="36576"/>
                </a:tc>
                <a:tc>
                  <a:txBody>
                    <a:bodyPr/>
                    <a:lstStyle/>
                    <a:p>
                      <a:r>
                        <a:rPr sz="1300"/>
                        <a:t>AC (alternative control) counts toward attainment alongside Y, RA and NA.</a:t>
                      </a:r>
                    </a:p>
                  </a:txBody>
                  <a:tcPr anchor="ctr" marT="36576" marB="36576"/>
                </a:tc>
              </a:tr>
              <a:tr h="457200">
                <a:tc>
                  <a:txBody>
                    <a:bodyPr/>
                    <a:lstStyle/>
                    <a:p>
                      <a:r>
                        <a:rPr sz="1300"/>
                        <a:t>C · 100% — AC counts as Y and the N is simply noted</a:t>
                      </a:r>
                    </a:p>
                  </a:txBody>
                  <a:tcPr anchor="ctr" marT="36576" marB="36576"/>
                </a:tc>
                <a:tc>
                  <a:txBody>
                    <a:bodyPr/>
                    <a:lstStyle/>
                    <a:p>
                      <a:r>
                        <a:rPr sz="1300"/>
                        <a:t>The N counts against attainment; it does not disappear.</a:t>
                      </a:r>
                    </a:p>
                  </a:txBody>
                  <a:tcPr anchor="ctr" marT="36576" marB="36576"/>
                </a:tc>
              </a:tr>
              <a:tr h="457200">
                <a:tc>
                  <a:txBody>
                    <a:bodyPr/>
                    <a:lstStyle/>
                    <a:p>
                      <a:r>
                        <a:rPr sz="1300"/>
                        <a:t>D · 87.5% — and the N is closed automatically once management accepts the risk</a:t>
                      </a:r>
                    </a:p>
                  </a:txBody>
                  <a:tcPr anchor="ctr" marT="36576" marB="36576"/>
                </a:tc>
                <a:tc>
                  <a:txBody>
                    <a:bodyPr/>
                    <a:lstStyle/>
                    <a:p>
                      <a:r>
                        <a:rPr sz="1300"/>
                        <a:t>Risk acceptance is its own outcome (RA), decided and recorded — not an automatic closure of an N.</a:t>
                      </a:r>
                    </a:p>
                  </a:txBody>
                  <a:tcPr anchor="ctr" marT="36576" marB="36576"/>
                </a:tc>
              </a:tr>
            </a:tbl>
          </a:graphicData>
        </a:graphic>
      </p:graphicFrame>
      <p:sp>
        <p:nvSpPr>
          <p:cNvPr id="10" name="TextBox 9"/>
          <p:cNvSpPr txBox="1"/>
          <p:nvPr/>
        </p:nvSpPr>
        <p:spPr>
          <a:xfrm>
            <a:off x="365760" y="6144768"/>
            <a:ext cx="11430000" cy="228600"/>
          </a:xfrm>
          <a:prstGeom prst="rect">
            <a:avLst/>
          </a:prstGeom>
          <a:noFill/>
        </p:spPr>
        <p:txBody>
          <a:bodyPr wrap="square" anchor="t" lIns="0" rIns="0">
            <a:spAutoFit/>
          </a:bodyPr>
          <a:lstStyle/>
          <a:p>
            <a:r>
              <a:rPr b="0" sz="900">
                <a:solidFill>
                  <a:srgbClr val="6B727D"/>
                </a:solidFill>
              </a:rPr>
              <a:t>Week 5 knowledge check · Q6 (scoring)</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0"/>
              <a:t>Question 17</a:t>
            </a:r>
          </a:p>
        </p:txBody>
      </p:sp>
      <p:sp>
        <p:nvSpPr>
          <p:cNvPr id="4" name="Footer Placeholder 4">
            <a:extLst>
              <a:ext uri="{FF2B5EF4-FFF2-40B4-BE49-F238E27FC236}">
                <a16:creationId xmlns:a16="http://schemas.microsoft.com/office/drawing/2014/main" id="{E57B29C1-93EA-1886-CD27-23CE023225D9}"/>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t>CS5292 Week 7 · Midterm practice</a:t>
            </a:r>
          </a:p>
        </p:txBody>
      </p:sp>
      <p:sp>
        <p:nvSpPr>
          <p:cNvPr id="6" name="Slide Number Placeholder 13">
            <a:extLst>
              <a:ext uri="{FF2B5EF4-FFF2-40B4-BE49-F238E27FC236}">
                <a16:creationId xmlns:a16="http://schemas.microsoft.com/office/drawing/2014/main" id="{D15FEAD4-DFB9-ED08-EBEE-A4E5DE31E318}"/>
              </a:ext>
            </a:extLst>
          </p:cNvPr>
          <p:cNvSpPr>
            <a:spLocks noGrp="1"/>
          </p:cNvSpPr>
          <p:nvPr>
            <p:ph type="sldNum" sz="quarter" idx="4"/>
          </p:nvPr>
        </p:nvSpPr>
        <p:spPr>
          <a:xfrm>
            <a:off x="11526043" y="6491859"/>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sp>
        <p:nvSpPr>
          <p:cNvPr id="7" name="TextBox 6"/>
          <p:cNvSpPr txBox="1"/>
          <p:nvPr/>
        </p:nvSpPr>
        <p:spPr>
          <a:xfrm>
            <a:off x="365760" y="1097280"/>
            <a:ext cx="11430000" cy="274320"/>
          </a:xfrm>
          <a:prstGeom prst="rect">
            <a:avLst/>
          </a:prstGeom>
          <a:noFill/>
        </p:spPr>
        <p:txBody>
          <a:bodyPr wrap="square" anchor="t" lIns="0" rIns="0">
            <a:spAutoFit/>
          </a:bodyPr>
          <a:lstStyle/>
          <a:p>
            <a:r>
              <a:rPr b="1" sz="1100">
                <a:solidFill>
                  <a:srgbClr val="FD5108"/>
                </a:solidFill>
              </a:rPr>
              <a:t>WEEK 5 KNOWLEDGE CHECK · Q9 (MODULE 3, D08 / D09 / D15)</a:t>
            </a:r>
          </a:p>
        </p:txBody>
      </p:sp>
      <p:sp>
        <p:nvSpPr>
          <p:cNvPr id="8" name="TextBox 7"/>
          <p:cNvSpPr txBox="1"/>
          <p:nvPr/>
        </p:nvSpPr>
        <p:spPr>
          <a:xfrm>
            <a:off x="365760" y="1417320"/>
            <a:ext cx="11430000" cy="768096"/>
          </a:xfrm>
          <a:prstGeom prst="rect">
            <a:avLst/>
          </a:prstGeom>
          <a:noFill/>
        </p:spPr>
        <p:txBody>
          <a:bodyPr wrap="square" anchor="t" lIns="0" rIns="0">
            <a:spAutoFit/>
          </a:bodyPr>
          <a:lstStyle/>
          <a:p>
            <a:r>
              <a:rPr b="1" sz="1700">
                <a:solidFill>
                  <a:srgbClr val="000000"/>
                </a:solidFill>
              </a:rPr>
              <a:t>ABC Bank’s Incident Response Plan (D08) shows conflicting version numbers and placeholder approval dates. The internal audit tracker (D15) marks “obtain approval of the plan” as closed. What is the best response?</a:t>
            </a:r>
          </a:p>
        </p:txBody>
      </p:sp>
      <p:sp>
        <p:nvSpPr>
          <p:cNvPr id="9" name="Rectangle 8"/>
          <p:cNvSpPr/>
          <p:nvPr/>
        </p:nvSpPr>
        <p:spPr>
          <a:xfrm>
            <a:off x="365760" y="2368296"/>
            <a:ext cx="11430000" cy="822959"/>
          </a:xfrm>
          <a:prstGeom prst="rect">
            <a:avLst/>
          </a:prstGeom>
          <a:solidFill>
            <a:srgbClr val="EBEB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27432" bIns="27432"/>
          <a:lstStyle/>
          <a:p>
            <a:pPr algn="l"/>
            <a:r>
              <a:rPr b="1" sz="1700">
                <a:solidFill>
                  <a:srgbClr val="FD5108"/>
                </a:solidFill>
              </a:rPr>
              <a:t>A   </a:t>
            </a:r>
            <a:r>
              <a:rPr sz="1600">
                <a:solidFill>
                  <a:srgbClr val="000000"/>
                </a:solidFill>
              </a:rPr>
              <a:t>Rely on the tracker: internal audit has already confirmed approval</a:t>
            </a:r>
          </a:p>
        </p:txBody>
      </p:sp>
      <p:sp>
        <p:nvSpPr>
          <p:cNvPr id="10" name="Rectangle 9"/>
          <p:cNvSpPr/>
          <p:nvPr/>
        </p:nvSpPr>
        <p:spPr>
          <a:xfrm>
            <a:off x="365760" y="3300984"/>
            <a:ext cx="11430000" cy="822959"/>
          </a:xfrm>
          <a:prstGeom prst="rect">
            <a:avLst/>
          </a:prstGeom>
          <a:solidFill>
            <a:srgbClr val="EBEB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27432" bIns="27432"/>
          <a:lstStyle/>
          <a:p>
            <a:pPr algn="l"/>
            <a:r>
              <a:rPr b="1" sz="1700">
                <a:solidFill>
                  <a:srgbClr val="FD5108"/>
                </a:solidFill>
              </a:rPr>
              <a:t>B   </a:t>
            </a:r>
            <a:r>
              <a:rPr sz="1600">
                <a:solidFill>
                  <a:srgbClr val="000000"/>
                </a:solidFill>
              </a:rPr>
              <a:t>Rate CP 1.2.2 as N because the plan is unapproved</a:t>
            </a:r>
          </a:p>
        </p:txBody>
      </p:sp>
      <p:sp>
        <p:nvSpPr>
          <p:cNvPr id="11" name="Rectangle 10"/>
          <p:cNvSpPr/>
          <p:nvPr/>
        </p:nvSpPr>
        <p:spPr>
          <a:xfrm>
            <a:off x="365760" y="4233672"/>
            <a:ext cx="11430000" cy="822959"/>
          </a:xfrm>
          <a:prstGeom prst="rect">
            <a:avLst/>
          </a:prstGeom>
          <a:solidFill>
            <a:srgbClr val="EBEB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27432" bIns="27432"/>
          <a:lstStyle/>
          <a:p>
            <a:pPr algn="l"/>
            <a:r>
              <a:rPr b="1" sz="1700">
                <a:solidFill>
                  <a:srgbClr val="FD5108"/>
                </a:solidFill>
              </a:rPr>
              <a:t>C   </a:t>
            </a:r>
            <a:r>
              <a:rPr sz="1600">
                <a:solidFill>
                  <a:srgbClr val="000000"/>
                </a:solidFill>
              </a:rPr>
              <a:t>Use the draft Cyber Risk Management Policy v1.0 instead</a:t>
            </a:r>
          </a:p>
        </p:txBody>
      </p:sp>
      <p:sp>
        <p:nvSpPr>
          <p:cNvPr id="12" name="Rectangle 11"/>
          <p:cNvSpPr/>
          <p:nvPr/>
        </p:nvSpPr>
        <p:spPr>
          <a:xfrm>
            <a:off x="365760" y="5166360"/>
            <a:ext cx="11430000" cy="822959"/>
          </a:xfrm>
          <a:prstGeom prst="rect">
            <a:avLst/>
          </a:prstGeom>
          <a:solidFill>
            <a:srgbClr val="EBEB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27432" bIns="27432"/>
          <a:lstStyle/>
          <a:p>
            <a:pPr algn="l"/>
            <a:r>
              <a:rPr b="1" sz="1700">
                <a:solidFill>
                  <a:srgbClr val="FD5108"/>
                </a:solidFill>
              </a:rPr>
              <a:t>D   </a:t>
            </a:r>
            <a:r>
              <a:rPr sz="1600">
                <a:solidFill>
                  <a:srgbClr val="000000"/>
                </a:solidFill>
              </a:rPr>
              <a:t>Request the signed-off version and the approval record, and note the discrepancy in the justification</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0"/>
              <a:t>Answer 17: D</a:t>
            </a:r>
          </a:p>
        </p:txBody>
      </p:sp>
      <p:sp>
        <p:nvSpPr>
          <p:cNvPr id="4" name="Footer Placeholder 4">
            <a:extLst>
              <a:ext uri="{FF2B5EF4-FFF2-40B4-BE49-F238E27FC236}">
                <a16:creationId xmlns:a16="http://schemas.microsoft.com/office/drawing/2014/main" id="{E57B29C1-93EA-1886-CD27-23CE023225D9}"/>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t>CS5292 Week 7 · Midterm practice</a:t>
            </a:r>
          </a:p>
        </p:txBody>
      </p:sp>
      <p:sp>
        <p:nvSpPr>
          <p:cNvPr id="6" name="Slide Number Placeholder 13">
            <a:extLst>
              <a:ext uri="{FF2B5EF4-FFF2-40B4-BE49-F238E27FC236}">
                <a16:creationId xmlns:a16="http://schemas.microsoft.com/office/drawing/2014/main" id="{D15FEAD4-DFB9-ED08-EBEE-A4E5DE31E318}"/>
              </a:ext>
            </a:extLst>
          </p:cNvPr>
          <p:cNvSpPr>
            <a:spLocks noGrp="1"/>
          </p:cNvSpPr>
          <p:nvPr>
            <p:ph type="sldNum" sz="quarter" idx="4"/>
          </p:nvPr>
        </p:nvSpPr>
        <p:spPr>
          <a:xfrm>
            <a:off x="11526043" y="6491859"/>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sp>
        <p:nvSpPr>
          <p:cNvPr id="7" name="Rectangle 6"/>
          <p:cNvSpPr/>
          <p:nvPr/>
        </p:nvSpPr>
        <p:spPr>
          <a:xfrm>
            <a:off x="365760" y="1234440"/>
            <a:ext cx="11430000" cy="685800"/>
          </a:xfrm>
          <a:prstGeom prst="rect">
            <a:avLst/>
          </a:prstGeom>
          <a:solidFill>
            <a:srgbClr val="FFE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r>
              <a:rPr sz="1600" b="1">
                <a:solidFill>
                  <a:srgbClr val="000000"/>
                </a:solidFill>
              </a:rPr>
              <a:t>D   Request the signed-off version and the approval record, and note the discrepancy in the justification</a:t>
            </a:r>
          </a:p>
        </p:txBody>
      </p:sp>
      <p:sp>
        <p:nvSpPr>
          <p:cNvPr id="8" name="TextBox 7"/>
          <p:cNvSpPr txBox="1"/>
          <p:nvPr/>
        </p:nvSpPr>
        <p:spPr>
          <a:xfrm>
            <a:off x="365760" y="2103120"/>
            <a:ext cx="11430000" cy="457200"/>
          </a:xfrm>
          <a:prstGeom prst="rect">
            <a:avLst/>
          </a:prstGeom>
          <a:noFill/>
        </p:spPr>
        <p:txBody>
          <a:bodyPr wrap="square" anchor="t" lIns="0" rIns="0">
            <a:spAutoFit/>
          </a:bodyPr>
          <a:lstStyle/>
          <a:p>
            <a:r>
              <a:rPr b="1" sz="1600">
                <a:solidFill>
                  <a:srgbClr val="FD5108"/>
                </a:solidFill>
              </a:rPr>
              <a:t>Why: </a:t>
            </a:r>
          </a:p>
          <a:p>
            <a:r>
              <a:rPr b="0" sz="1600">
                <a:solidFill>
                  <a:srgbClr val="000000"/>
                </a:solidFill>
              </a:rPr>
              <a:t>Resolve the conflict with primary evidence and document it — cross-referencing is where marks are won.</a:t>
            </a:r>
          </a:p>
        </p:txBody>
      </p:sp>
      <p:graphicFrame>
        <p:nvGraphicFramePr>
          <p:cNvPr id="9" name="Table 8"/>
          <p:cNvGraphicFramePr>
            <a:graphicFrameLocks noGrp="1"/>
          </p:cNvGraphicFramePr>
          <p:nvPr/>
        </p:nvGraphicFramePr>
        <p:xfrm>
          <a:off x="365760" y="2697480"/>
          <a:ext cx="11430000" cy="1828800"/>
        </p:xfrm>
        <a:graphic>
          <a:graphicData uri="http://schemas.openxmlformats.org/drawingml/2006/table">
            <a:tbl>
              <a:tblPr firstRow="1">
                <a:tableStyleId>{605943CB-6F42-4776-B506-94E284F2829C}</a:tableStyleId>
              </a:tblPr>
              <a:tblGrid>
                <a:gridCol w="5120640"/>
                <a:gridCol w="6309360"/>
              </a:tblGrid>
              <a:tr h="457200">
                <a:tc>
                  <a:txBody>
                    <a:bodyPr/>
                    <a:lstStyle/>
                    <a:p>
                      <a:r>
                        <a:rPr sz="1300" b="1"/>
                        <a:t>Option</a:t>
                      </a:r>
                    </a:p>
                  </a:txBody>
                  <a:tcPr anchor="ctr" marT="36576" marB="36576"/>
                </a:tc>
                <a:tc>
                  <a:txBody>
                    <a:bodyPr/>
                    <a:lstStyle/>
                    <a:p>
                      <a:r>
                        <a:rPr sz="1300" b="1"/>
                        <a:t>Why not</a:t>
                      </a:r>
                    </a:p>
                  </a:txBody>
                  <a:tcPr anchor="ctr" marT="36576" marB="36576"/>
                </a:tc>
              </a:tr>
              <a:tr h="457200">
                <a:tc>
                  <a:txBody>
                    <a:bodyPr/>
                    <a:lstStyle/>
                    <a:p>
                      <a:r>
                        <a:rPr sz="1300"/>
                        <a:t>A · Rely on the tracker: internal audit has already confirmed approval</a:t>
                      </a:r>
                    </a:p>
                  </a:txBody>
                  <a:tcPr anchor="ctr" marT="36576" marB="36576"/>
                </a:tc>
                <a:tc>
                  <a:txBody>
                    <a:bodyPr/>
                    <a:lstStyle/>
                    <a:p>
                      <a:r>
                        <a:rPr sz="1300"/>
                        <a:t>A tracker entry is second-hand; the document in front of you contradicts it.</a:t>
                      </a:r>
                    </a:p>
                  </a:txBody>
                  <a:tcPr anchor="ctr" marT="36576" marB="36576"/>
                </a:tc>
              </a:tr>
              <a:tr h="457200">
                <a:tc>
                  <a:txBody>
                    <a:bodyPr/>
                    <a:lstStyle/>
                    <a:p>
                      <a:r>
                        <a:rPr sz="1300"/>
                        <a:t>B · Rate CP 1.2.2 as N because the plan is unapproved</a:t>
                      </a:r>
                    </a:p>
                  </a:txBody>
                  <a:tcPr anchor="ctr" marT="36576" marB="36576"/>
                </a:tc>
                <a:tc>
                  <a:txBody>
                    <a:bodyPr/>
                    <a:lstStyle/>
                    <a:p>
                      <a:r>
                        <a:rPr sz="1300"/>
                        <a:t>Too early: an approved version may exist. Ask first.</a:t>
                      </a:r>
                    </a:p>
                  </a:txBody>
                  <a:tcPr anchor="ctr" marT="36576" marB="36576"/>
                </a:tc>
              </a:tr>
              <a:tr h="457200">
                <a:tc>
                  <a:txBody>
                    <a:bodyPr/>
                    <a:lstStyle/>
                    <a:p>
                      <a:r>
                        <a:rPr sz="1300"/>
                        <a:t>C · Use the draft Cyber Risk Management Policy v1.0 instead</a:t>
                      </a:r>
                    </a:p>
                  </a:txBody>
                  <a:tcPr anchor="ctr" marT="36576" marB="36576"/>
                </a:tc>
                <a:tc>
                  <a:txBody>
                    <a:bodyPr/>
                    <a:lstStyle/>
                    <a:p>
                      <a:r>
                        <a:rPr sz="1300"/>
                        <a:t>A “first draft” with no approval cannot be relied on as an approved policy.</a:t>
                      </a:r>
                    </a:p>
                  </a:txBody>
                  <a:tcPr anchor="ctr" marT="36576" marB="36576"/>
                </a:tc>
              </a:tr>
            </a:tbl>
          </a:graphicData>
        </a:graphic>
      </p:graphicFrame>
      <p:sp>
        <p:nvSpPr>
          <p:cNvPr id="10" name="TextBox 9"/>
          <p:cNvSpPr txBox="1"/>
          <p:nvPr/>
        </p:nvSpPr>
        <p:spPr>
          <a:xfrm>
            <a:off x="365760" y="6144768"/>
            <a:ext cx="11430000" cy="228600"/>
          </a:xfrm>
          <a:prstGeom prst="rect">
            <a:avLst/>
          </a:prstGeom>
          <a:noFill/>
        </p:spPr>
        <p:txBody>
          <a:bodyPr wrap="square" anchor="t" lIns="0" rIns="0">
            <a:spAutoFit/>
          </a:bodyPr>
          <a:lstStyle/>
          <a:p>
            <a:r>
              <a:rPr b="0" sz="900">
                <a:solidFill>
                  <a:srgbClr val="6B727D"/>
                </a:solidFill>
              </a:rPr>
              <a:t>Week 5 knowledge check · Q9 (Module 3, D08 / D09 / D15)</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0"/>
              <a:t>Question 18</a:t>
            </a:r>
          </a:p>
        </p:txBody>
      </p:sp>
      <p:sp>
        <p:nvSpPr>
          <p:cNvPr id="4" name="Footer Placeholder 4">
            <a:extLst>
              <a:ext uri="{FF2B5EF4-FFF2-40B4-BE49-F238E27FC236}">
                <a16:creationId xmlns:a16="http://schemas.microsoft.com/office/drawing/2014/main" id="{E57B29C1-93EA-1886-CD27-23CE023225D9}"/>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t>CS5292 Week 7 · Midterm practice</a:t>
            </a:r>
          </a:p>
        </p:txBody>
      </p:sp>
      <p:sp>
        <p:nvSpPr>
          <p:cNvPr id="6" name="Slide Number Placeholder 13">
            <a:extLst>
              <a:ext uri="{FF2B5EF4-FFF2-40B4-BE49-F238E27FC236}">
                <a16:creationId xmlns:a16="http://schemas.microsoft.com/office/drawing/2014/main" id="{D15FEAD4-DFB9-ED08-EBEE-A4E5DE31E318}"/>
              </a:ext>
            </a:extLst>
          </p:cNvPr>
          <p:cNvSpPr>
            <a:spLocks noGrp="1"/>
          </p:cNvSpPr>
          <p:nvPr>
            <p:ph type="sldNum" sz="quarter" idx="4"/>
          </p:nvPr>
        </p:nvSpPr>
        <p:spPr>
          <a:xfrm>
            <a:off x="11526043" y="6491859"/>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sp>
        <p:nvSpPr>
          <p:cNvPr id="7" name="TextBox 6"/>
          <p:cNvSpPr txBox="1"/>
          <p:nvPr/>
        </p:nvSpPr>
        <p:spPr>
          <a:xfrm>
            <a:off x="365760" y="1097280"/>
            <a:ext cx="11430000" cy="274320"/>
          </a:xfrm>
          <a:prstGeom prst="rect">
            <a:avLst/>
          </a:prstGeom>
          <a:noFill/>
        </p:spPr>
        <p:txBody>
          <a:bodyPr wrap="square" anchor="t" lIns="0" rIns="0">
            <a:spAutoFit/>
          </a:bodyPr>
          <a:lstStyle/>
          <a:p>
            <a:r>
              <a:rPr b="1" sz="1100">
                <a:solidFill>
                  <a:srgbClr val="FD5108"/>
                </a:solidFill>
              </a:rPr>
              <a:t>WEEK 6 · MODULE 2 PULSE CHECK (CERTIFICATION)</a:t>
            </a:r>
          </a:p>
        </p:txBody>
      </p:sp>
      <p:sp>
        <p:nvSpPr>
          <p:cNvPr id="8" name="TextBox 7"/>
          <p:cNvSpPr txBox="1"/>
          <p:nvPr/>
        </p:nvSpPr>
        <p:spPr>
          <a:xfrm>
            <a:off x="365760" y="1417320"/>
            <a:ext cx="11430000" cy="457200"/>
          </a:xfrm>
          <a:prstGeom prst="rect">
            <a:avLst/>
          </a:prstGeom>
          <a:noFill/>
        </p:spPr>
        <p:txBody>
          <a:bodyPr wrap="square" anchor="t" lIns="0" rIns="0">
            <a:spAutoFit/>
          </a:bodyPr>
          <a:lstStyle/>
          <a:p>
            <a:r>
              <a:rPr b="1" sz="2000">
                <a:solidFill>
                  <a:srgbClr val="000000"/>
                </a:solidFill>
              </a:rPr>
              <a:t>A vendor’s proposal says: “We are NIST CSF 2.0 certified.” Should you accept that as evidence?</a:t>
            </a:r>
          </a:p>
        </p:txBody>
      </p:sp>
      <p:sp>
        <p:nvSpPr>
          <p:cNvPr id="9" name="Rectangle 8"/>
          <p:cNvSpPr/>
          <p:nvPr/>
        </p:nvSpPr>
        <p:spPr>
          <a:xfrm>
            <a:off x="365760" y="2057400"/>
            <a:ext cx="11430000" cy="868680"/>
          </a:xfrm>
          <a:prstGeom prst="rect">
            <a:avLst/>
          </a:prstGeom>
          <a:solidFill>
            <a:srgbClr val="EBEB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27432" bIns="27432"/>
          <a:lstStyle/>
          <a:p>
            <a:pPr algn="l"/>
            <a:r>
              <a:rPr b="1" sz="1700">
                <a:solidFill>
                  <a:srgbClr val="FD5108"/>
                </a:solidFill>
              </a:rPr>
              <a:t>A   </a:t>
            </a:r>
            <a:r>
              <a:rPr sz="1600">
                <a:solidFill>
                  <a:srgbClr val="000000"/>
                </a:solidFill>
              </a:rPr>
              <a:t>Yes</a:t>
            </a:r>
          </a:p>
        </p:txBody>
      </p:sp>
      <p:sp>
        <p:nvSpPr>
          <p:cNvPr id="10" name="Rectangle 9"/>
          <p:cNvSpPr/>
          <p:nvPr/>
        </p:nvSpPr>
        <p:spPr>
          <a:xfrm>
            <a:off x="365760" y="3035808"/>
            <a:ext cx="11430000" cy="868680"/>
          </a:xfrm>
          <a:prstGeom prst="rect">
            <a:avLst/>
          </a:prstGeom>
          <a:solidFill>
            <a:srgbClr val="EBEB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27432" bIns="27432"/>
          <a:lstStyle/>
          <a:p>
            <a:pPr algn="l"/>
            <a:r>
              <a:rPr b="1" sz="1700">
                <a:solidFill>
                  <a:srgbClr val="FD5108"/>
                </a:solidFill>
              </a:rPr>
              <a:t>B   </a:t>
            </a:r>
            <a:r>
              <a:rPr sz="1600">
                <a:solidFill>
                  <a:srgbClr val="000000"/>
                </a:solidFill>
              </a:rPr>
              <a:t>No</a:t>
            </a:r>
          </a:p>
        </p:txBody>
      </p:sp>
      <p:sp>
        <p:nvSpPr>
          <p:cNvPr id="11" name="Rectangle 10"/>
          <p:cNvSpPr/>
          <p:nvPr/>
        </p:nvSpPr>
        <p:spPr>
          <a:xfrm>
            <a:off x="365760" y="4014215"/>
            <a:ext cx="11430000" cy="868680"/>
          </a:xfrm>
          <a:prstGeom prst="rect">
            <a:avLst/>
          </a:prstGeom>
          <a:solidFill>
            <a:srgbClr val="EBEB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27432" bIns="27432"/>
          <a:lstStyle/>
          <a:p>
            <a:pPr algn="l"/>
            <a:r>
              <a:rPr b="1" sz="1700">
                <a:solidFill>
                  <a:srgbClr val="FD5108"/>
                </a:solidFill>
              </a:rPr>
              <a:t>C   </a:t>
            </a:r>
            <a:r>
              <a:rPr sz="1600">
                <a:solidFill>
                  <a:srgbClr val="000000"/>
                </a:solidFill>
              </a:rPr>
              <a:t>It depends</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0"/>
              <a:t>Answer 18: B</a:t>
            </a:r>
          </a:p>
        </p:txBody>
      </p:sp>
      <p:sp>
        <p:nvSpPr>
          <p:cNvPr id="4" name="Footer Placeholder 4">
            <a:extLst>
              <a:ext uri="{FF2B5EF4-FFF2-40B4-BE49-F238E27FC236}">
                <a16:creationId xmlns:a16="http://schemas.microsoft.com/office/drawing/2014/main" id="{E57B29C1-93EA-1886-CD27-23CE023225D9}"/>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t>CS5292 Week 7 · Midterm practice</a:t>
            </a:r>
          </a:p>
        </p:txBody>
      </p:sp>
      <p:sp>
        <p:nvSpPr>
          <p:cNvPr id="6" name="Slide Number Placeholder 13">
            <a:extLst>
              <a:ext uri="{FF2B5EF4-FFF2-40B4-BE49-F238E27FC236}">
                <a16:creationId xmlns:a16="http://schemas.microsoft.com/office/drawing/2014/main" id="{D15FEAD4-DFB9-ED08-EBEE-A4E5DE31E318}"/>
              </a:ext>
            </a:extLst>
          </p:cNvPr>
          <p:cNvSpPr>
            <a:spLocks noGrp="1"/>
          </p:cNvSpPr>
          <p:nvPr>
            <p:ph type="sldNum" sz="quarter" idx="4"/>
          </p:nvPr>
        </p:nvSpPr>
        <p:spPr>
          <a:xfrm>
            <a:off x="11526043" y="6491859"/>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sp>
        <p:nvSpPr>
          <p:cNvPr id="7" name="Rectangle 6"/>
          <p:cNvSpPr/>
          <p:nvPr/>
        </p:nvSpPr>
        <p:spPr>
          <a:xfrm>
            <a:off x="365760" y="1234440"/>
            <a:ext cx="11430000" cy="685800"/>
          </a:xfrm>
          <a:prstGeom prst="rect">
            <a:avLst/>
          </a:prstGeom>
          <a:solidFill>
            <a:srgbClr val="FFE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r>
              <a:rPr sz="1600" b="1">
                <a:solidFill>
                  <a:srgbClr val="000000"/>
                </a:solidFill>
              </a:rPr>
              <a:t>B   No</a:t>
            </a:r>
          </a:p>
        </p:txBody>
      </p:sp>
      <p:sp>
        <p:nvSpPr>
          <p:cNvPr id="8" name="TextBox 7"/>
          <p:cNvSpPr txBox="1"/>
          <p:nvPr/>
        </p:nvSpPr>
        <p:spPr>
          <a:xfrm>
            <a:off x="365760" y="2103120"/>
            <a:ext cx="11430000" cy="731520"/>
          </a:xfrm>
          <a:prstGeom prst="rect">
            <a:avLst/>
          </a:prstGeom>
          <a:noFill/>
        </p:spPr>
        <p:txBody>
          <a:bodyPr wrap="square" anchor="t" lIns="0" rIns="0">
            <a:spAutoFit/>
          </a:bodyPr>
          <a:lstStyle/>
          <a:p>
            <a:r>
              <a:rPr b="1" sz="1600">
                <a:solidFill>
                  <a:srgbClr val="FD5108"/>
                </a:solidFill>
              </a:rPr>
              <a:t>Why: </a:t>
            </a:r>
          </a:p>
          <a:p>
            <a:r>
              <a:rPr b="0" sz="1600">
                <a:solidFill>
                  <a:srgbClr val="000000"/>
                </a:solidFill>
              </a:rPr>
              <a:t>There is no such thing as CSF certification: NIST runs no scheme and accredits no one. Treat it as a claim to test — ask who assessed, against which Profile, and when.</a:t>
            </a:r>
          </a:p>
        </p:txBody>
      </p:sp>
      <p:graphicFrame>
        <p:nvGraphicFramePr>
          <p:cNvPr id="9" name="Table 8"/>
          <p:cNvGraphicFramePr>
            <a:graphicFrameLocks noGrp="1"/>
          </p:cNvGraphicFramePr>
          <p:nvPr/>
        </p:nvGraphicFramePr>
        <p:xfrm>
          <a:off x="365760" y="2971800"/>
          <a:ext cx="11430000" cy="1371600"/>
        </p:xfrm>
        <a:graphic>
          <a:graphicData uri="http://schemas.openxmlformats.org/drawingml/2006/table">
            <a:tbl>
              <a:tblPr firstRow="1">
                <a:tableStyleId>{605943CB-6F42-4776-B506-94E284F2829C}</a:tableStyleId>
              </a:tblPr>
              <a:tblGrid>
                <a:gridCol w="5120640"/>
                <a:gridCol w="6309360"/>
              </a:tblGrid>
              <a:tr h="457200">
                <a:tc>
                  <a:txBody>
                    <a:bodyPr/>
                    <a:lstStyle/>
                    <a:p>
                      <a:r>
                        <a:rPr sz="1300" b="1"/>
                        <a:t>Option</a:t>
                      </a:r>
                    </a:p>
                  </a:txBody>
                  <a:tcPr anchor="ctr" marT="36576" marB="36576"/>
                </a:tc>
                <a:tc>
                  <a:txBody>
                    <a:bodyPr/>
                    <a:lstStyle/>
                    <a:p>
                      <a:r>
                        <a:rPr sz="1300" b="1"/>
                        <a:t>Why not</a:t>
                      </a:r>
                    </a:p>
                  </a:txBody>
                  <a:tcPr anchor="ctr" marT="36576" marB="36576"/>
                </a:tc>
              </a:tr>
              <a:tr h="457200">
                <a:tc>
                  <a:txBody>
                    <a:bodyPr/>
                    <a:lstStyle/>
                    <a:p>
                      <a:r>
                        <a:rPr sz="1300"/>
                        <a:t>A · Yes</a:t>
                      </a:r>
                    </a:p>
                  </a:txBody>
                  <a:tcPr anchor="ctr" marT="36576" marB="36576"/>
                </a:tc>
                <a:tc>
                  <a:txBody>
                    <a:bodyPr/>
                    <a:lstStyle/>
                    <a:p>
                      <a:r>
                        <a:rPr sz="1300"/>
                        <a:t>There is nothing to certify against.</a:t>
                      </a:r>
                    </a:p>
                  </a:txBody>
                  <a:tcPr anchor="ctr" marT="36576" marB="36576"/>
                </a:tc>
              </a:tr>
              <a:tr h="457200">
                <a:tc>
                  <a:txBody>
                    <a:bodyPr/>
                    <a:lstStyle/>
                    <a:p>
                      <a:r>
                        <a:rPr sz="1300"/>
                        <a:t>C · It depends</a:t>
                      </a:r>
                    </a:p>
                  </a:txBody>
                  <a:tcPr anchor="ctr" marT="36576" marB="36576"/>
                </a:tc>
                <a:tc>
                  <a:txBody>
                    <a:bodyPr/>
                    <a:lstStyle/>
                    <a:p>
                      <a:r>
                        <a:rPr sz="1300"/>
                        <a:t>The vendor may still be fine, but the claim itself is not evidence.</a:t>
                      </a:r>
                    </a:p>
                  </a:txBody>
                  <a:tcPr anchor="ctr" marT="36576" marB="36576"/>
                </a:tc>
              </a:tr>
            </a:tbl>
          </a:graphicData>
        </a:graphic>
      </p:graphicFrame>
      <p:sp>
        <p:nvSpPr>
          <p:cNvPr id="10" name="TextBox 9"/>
          <p:cNvSpPr txBox="1"/>
          <p:nvPr/>
        </p:nvSpPr>
        <p:spPr>
          <a:xfrm>
            <a:off x="365760" y="6144768"/>
            <a:ext cx="11430000" cy="228600"/>
          </a:xfrm>
          <a:prstGeom prst="rect">
            <a:avLst/>
          </a:prstGeom>
          <a:noFill/>
        </p:spPr>
        <p:txBody>
          <a:bodyPr wrap="square" anchor="t" lIns="0" rIns="0">
            <a:spAutoFit/>
          </a:bodyPr>
          <a:lstStyle/>
          <a:p>
            <a:r>
              <a:rPr b="0" sz="900">
                <a:solidFill>
                  <a:srgbClr val="6B727D"/>
                </a:solidFill>
              </a:rPr>
              <a:t>Week 6 · Module 2 pulse check (certification)</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0"/>
              <a:t>Question 19</a:t>
            </a:r>
          </a:p>
        </p:txBody>
      </p:sp>
      <p:sp>
        <p:nvSpPr>
          <p:cNvPr id="4" name="Footer Placeholder 4">
            <a:extLst>
              <a:ext uri="{FF2B5EF4-FFF2-40B4-BE49-F238E27FC236}">
                <a16:creationId xmlns:a16="http://schemas.microsoft.com/office/drawing/2014/main" id="{E57B29C1-93EA-1886-CD27-23CE023225D9}"/>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t>CS5292 Week 7 · Midterm practice</a:t>
            </a:r>
          </a:p>
        </p:txBody>
      </p:sp>
      <p:sp>
        <p:nvSpPr>
          <p:cNvPr id="6" name="Slide Number Placeholder 13">
            <a:extLst>
              <a:ext uri="{FF2B5EF4-FFF2-40B4-BE49-F238E27FC236}">
                <a16:creationId xmlns:a16="http://schemas.microsoft.com/office/drawing/2014/main" id="{D15FEAD4-DFB9-ED08-EBEE-A4E5DE31E318}"/>
              </a:ext>
            </a:extLst>
          </p:cNvPr>
          <p:cNvSpPr>
            <a:spLocks noGrp="1"/>
          </p:cNvSpPr>
          <p:nvPr>
            <p:ph type="sldNum" sz="quarter" idx="4"/>
          </p:nvPr>
        </p:nvSpPr>
        <p:spPr>
          <a:xfrm>
            <a:off x="11526043" y="6491859"/>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sp>
        <p:nvSpPr>
          <p:cNvPr id="7" name="TextBox 6"/>
          <p:cNvSpPr txBox="1"/>
          <p:nvPr/>
        </p:nvSpPr>
        <p:spPr>
          <a:xfrm>
            <a:off x="365760" y="1097280"/>
            <a:ext cx="11430000" cy="274320"/>
          </a:xfrm>
          <a:prstGeom prst="rect">
            <a:avLst/>
          </a:prstGeom>
          <a:noFill/>
        </p:spPr>
        <p:txBody>
          <a:bodyPr wrap="square" anchor="t" lIns="0" rIns="0">
            <a:spAutoFit/>
          </a:bodyPr>
          <a:lstStyle/>
          <a:p>
            <a:r>
              <a:rPr b="1" sz="1100">
                <a:solidFill>
                  <a:srgbClr val="FD5108"/>
                </a:solidFill>
              </a:rPr>
              <a:t>WEEK 6 · MODULE 2 PULSE CHECK (HERMAN’S MATURITY TABLE)</a:t>
            </a:r>
          </a:p>
        </p:txBody>
      </p:sp>
      <p:sp>
        <p:nvSpPr>
          <p:cNvPr id="8" name="TextBox 7"/>
          <p:cNvSpPr txBox="1"/>
          <p:nvPr/>
        </p:nvSpPr>
        <p:spPr>
          <a:xfrm>
            <a:off x="365760" y="1417320"/>
            <a:ext cx="11430000" cy="768096"/>
          </a:xfrm>
          <a:prstGeom prst="rect">
            <a:avLst/>
          </a:prstGeom>
          <a:noFill/>
        </p:spPr>
        <p:txBody>
          <a:bodyPr wrap="square" anchor="t" lIns="0" rIns="0">
            <a:spAutoFit/>
          </a:bodyPr>
          <a:lstStyle/>
          <a:p>
            <a:r>
              <a:rPr b="1" sz="2000">
                <a:solidFill>
                  <a:srgbClr val="000000"/>
                </a:solidFill>
              </a:rPr>
              <a:t>Herman’s maturity table scores Identify, Protect, Detect, Respond and Recover, current vs target. Which CSF 2.0 function is missing?</a:t>
            </a:r>
          </a:p>
        </p:txBody>
      </p:sp>
      <p:sp>
        <p:nvSpPr>
          <p:cNvPr id="9" name="Rectangle 8"/>
          <p:cNvSpPr/>
          <p:nvPr/>
        </p:nvSpPr>
        <p:spPr>
          <a:xfrm>
            <a:off x="365760" y="2368296"/>
            <a:ext cx="11430000" cy="822959"/>
          </a:xfrm>
          <a:prstGeom prst="rect">
            <a:avLst/>
          </a:prstGeom>
          <a:solidFill>
            <a:srgbClr val="EBEB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27432" bIns="27432"/>
          <a:lstStyle/>
          <a:p>
            <a:pPr algn="l"/>
            <a:r>
              <a:rPr b="1" sz="1700">
                <a:solidFill>
                  <a:srgbClr val="FD5108"/>
                </a:solidFill>
              </a:rPr>
              <a:t>A   </a:t>
            </a:r>
            <a:r>
              <a:rPr sz="1600">
                <a:solidFill>
                  <a:srgbClr val="000000"/>
                </a:solidFill>
              </a:rPr>
              <a:t>Improve</a:t>
            </a:r>
          </a:p>
        </p:txBody>
      </p:sp>
      <p:sp>
        <p:nvSpPr>
          <p:cNvPr id="10" name="Rectangle 9"/>
          <p:cNvSpPr/>
          <p:nvPr/>
        </p:nvSpPr>
        <p:spPr>
          <a:xfrm>
            <a:off x="365760" y="3300984"/>
            <a:ext cx="11430000" cy="822959"/>
          </a:xfrm>
          <a:prstGeom prst="rect">
            <a:avLst/>
          </a:prstGeom>
          <a:solidFill>
            <a:srgbClr val="EBEB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27432" bIns="27432"/>
          <a:lstStyle/>
          <a:p>
            <a:pPr algn="l"/>
            <a:r>
              <a:rPr b="1" sz="1700">
                <a:solidFill>
                  <a:srgbClr val="FD5108"/>
                </a:solidFill>
              </a:rPr>
              <a:t>B   </a:t>
            </a:r>
            <a:r>
              <a:rPr sz="1600">
                <a:solidFill>
                  <a:srgbClr val="000000"/>
                </a:solidFill>
              </a:rPr>
              <a:t>Govern</a:t>
            </a:r>
          </a:p>
        </p:txBody>
      </p:sp>
      <p:sp>
        <p:nvSpPr>
          <p:cNvPr id="11" name="Rectangle 10"/>
          <p:cNvSpPr/>
          <p:nvPr/>
        </p:nvSpPr>
        <p:spPr>
          <a:xfrm>
            <a:off x="365760" y="4233672"/>
            <a:ext cx="11430000" cy="822959"/>
          </a:xfrm>
          <a:prstGeom prst="rect">
            <a:avLst/>
          </a:prstGeom>
          <a:solidFill>
            <a:srgbClr val="EBEB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27432" bIns="27432"/>
          <a:lstStyle/>
          <a:p>
            <a:pPr algn="l"/>
            <a:r>
              <a:rPr b="1" sz="1700">
                <a:solidFill>
                  <a:srgbClr val="FD5108"/>
                </a:solidFill>
              </a:rPr>
              <a:t>C   </a:t>
            </a:r>
            <a:r>
              <a:rPr sz="1600">
                <a:solidFill>
                  <a:srgbClr val="000000"/>
                </a:solidFill>
              </a:rPr>
              <a:t>Supply chain</a:t>
            </a:r>
          </a:p>
        </p:txBody>
      </p:sp>
      <p:sp>
        <p:nvSpPr>
          <p:cNvPr id="12" name="Rectangle 11"/>
          <p:cNvSpPr/>
          <p:nvPr/>
        </p:nvSpPr>
        <p:spPr>
          <a:xfrm>
            <a:off x="365760" y="5166360"/>
            <a:ext cx="11430000" cy="822959"/>
          </a:xfrm>
          <a:prstGeom prst="rect">
            <a:avLst/>
          </a:prstGeom>
          <a:solidFill>
            <a:srgbClr val="EBEB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27432" bIns="27432"/>
          <a:lstStyle/>
          <a:p>
            <a:pPr algn="l"/>
            <a:r>
              <a:rPr b="1" sz="1700">
                <a:solidFill>
                  <a:srgbClr val="FD5108"/>
                </a:solidFill>
              </a:rPr>
              <a:t>D   </a:t>
            </a:r>
            <a:r>
              <a:rPr sz="1600">
                <a:solidFill>
                  <a:srgbClr val="000000"/>
                </a:solidFill>
              </a:rPr>
              <a:t>Oversee</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0"/>
              <a:t>Answer 19: B</a:t>
            </a:r>
          </a:p>
        </p:txBody>
      </p:sp>
      <p:sp>
        <p:nvSpPr>
          <p:cNvPr id="4" name="Footer Placeholder 4">
            <a:extLst>
              <a:ext uri="{FF2B5EF4-FFF2-40B4-BE49-F238E27FC236}">
                <a16:creationId xmlns:a16="http://schemas.microsoft.com/office/drawing/2014/main" id="{E57B29C1-93EA-1886-CD27-23CE023225D9}"/>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t>CS5292 Week 7 · Midterm practice</a:t>
            </a:r>
          </a:p>
        </p:txBody>
      </p:sp>
      <p:sp>
        <p:nvSpPr>
          <p:cNvPr id="6" name="Slide Number Placeholder 13">
            <a:extLst>
              <a:ext uri="{FF2B5EF4-FFF2-40B4-BE49-F238E27FC236}">
                <a16:creationId xmlns:a16="http://schemas.microsoft.com/office/drawing/2014/main" id="{D15FEAD4-DFB9-ED08-EBEE-A4E5DE31E318}"/>
              </a:ext>
            </a:extLst>
          </p:cNvPr>
          <p:cNvSpPr>
            <a:spLocks noGrp="1"/>
          </p:cNvSpPr>
          <p:nvPr>
            <p:ph type="sldNum" sz="quarter" idx="4"/>
          </p:nvPr>
        </p:nvSpPr>
        <p:spPr>
          <a:xfrm>
            <a:off x="11526043" y="6491859"/>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sp>
        <p:nvSpPr>
          <p:cNvPr id="7" name="Rectangle 6"/>
          <p:cNvSpPr/>
          <p:nvPr/>
        </p:nvSpPr>
        <p:spPr>
          <a:xfrm>
            <a:off x="365760" y="1234440"/>
            <a:ext cx="11430000" cy="685800"/>
          </a:xfrm>
          <a:prstGeom prst="rect">
            <a:avLst/>
          </a:prstGeom>
          <a:solidFill>
            <a:srgbClr val="FFE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r>
              <a:rPr sz="1600" b="1">
                <a:solidFill>
                  <a:srgbClr val="000000"/>
                </a:solidFill>
              </a:rPr>
              <a:t>B   Govern</a:t>
            </a:r>
          </a:p>
        </p:txBody>
      </p:sp>
      <p:sp>
        <p:nvSpPr>
          <p:cNvPr id="8" name="TextBox 7"/>
          <p:cNvSpPr txBox="1"/>
          <p:nvPr/>
        </p:nvSpPr>
        <p:spPr>
          <a:xfrm>
            <a:off x="365760" y="2103120"/>
            <a:ext cx="11430000" cy="731520"/>
          </a:xfrm>
          <a:prstGeom prst="rect">
            <a:avLst/>
          </a:prstGeom>
          <a:noFill/>
        </p:spPr>
        <p:txBody>
          <a:bodyPr wrap="square" anchor="t" lIns="0" rIns="0">
            <a:spAutoFit/>
          </a:bodyPr>
          <a:lstStyle/>
          <a:p>
            <a:r>
              <a:rPr b="1" sz="1600">
                <a:solidFill>
                  <a:srgbClr val="FD5108"/>
                </a:solidFill>
              </a:rPr>
              <a:t>Why: </a:t>
            </a:r>
          </a:p>
          <a:p>
            <a:r>
              <a:rPr b="0" sz="1600">
                <a:solidFill>
                  <a:srgbClr val="000000"/>
                </a:solidFill>
              </a:rPr>
              <a:t>Govern — the function at the centre of CSF 2.0. Scores only mean something if someone owns the targets, the risks and the acceptance.</a:t>
            </a:r>
          </a:p>
        </p:txBody>
      </p:sp>
      <p:graphicFrame>
        <p:nvGraphicFramePr>
          <p:cNvPr id="9" name="Table 8"/>
          <p:cNvGraphicFramePr>
            <a:graphicFrameLocks noGrp="1"/>
          </p:cNvGraphicFramePr>
          <p:nvPr/>
        </p:nvGraphicFramePr>
        <p:xfrm>
          <a:off x="365760" y="2971800"/>
          <a:ext cx="11430000" cy="1828800"/>
        </p:xfrm>
        <a:graphic>
          <a:graphicData uri="http://schemas.openxmlformats.org/drawingml/2006/table">
            <a:tbl>
              <a:tblPr firstRow="1">
                <a:tableStyleId>{605943CB-6F42-4776-B506-94E284F2829C}</a:tableStyleId>
              </a:tblPr>
              <a:tblGrid>
                <a:gridCol w="5120640"/>
                <a:gridCol w="6309360"/>
              </a:tblGrid>
              <a:tr h="457200">
                <a:tc>
                  <a:txBody>
                    <a:bodyPr/>
                    <a:lstStyle/>
                    <a:p>
                      <a:r>
                        <a:rPr sz="1300" b="1"/>
                        <a:t>Option</a:t>
                      </a:r>
                    </a:p>
                  </a:txBody>
                  <a:tcPr anchor="ctr" marT="36576" marB="36576"/>
                </a:tc>
                <a:tc>
                  <a:txBody>
                    <a:bodyPr/>
                    <a:lstStyle/>
                    <a:p>
                      <a:r>
                        <a:rPr sz="1300" b="1"/>
                        <a:t>Why not</a:t>
                      </a:r>
                    </a:p>
                  </a:txBody>
                  <a:tcPr anchor="ctr" marT="36576" marB="36576"/>
                </a:tc>
              </a:tr>
              <a:tr h="457200">
                <a:tc>
                  <a:txBody>
                    <a:bodyPr/>
                    <a:lstStyle/>
                    <a:p>
                      <a:r>
                        <a:rPr sz="1300"/>
                        <a:t>A · Improve</a:t>
                      </a:r>
                    </a:p>
                  </a:txBody>
                  <a:tcPr anchor="ctr" marT="36576" marB="36576"/>
                </a:tc>
                <a:tc>
                  <a:txBody>
                    <a:bodyPr/>
                    <a:lstStyle/>
                    <a:p>
                      <a:r>
                        <a:rPr sz="1300"/>
                        <a:t>Improvement is a category (ID.IM), not a function.</a:t>
                      </a:r>
                    </a:p>
                  </a:txBody>
                  <a:tcPr anchor="ctr" marT="36576" marB="36576"/>
                </a:tc>
              </a:tr>
              <a:tr h="457200">
                <a:tc>
                  <a:txBody>
                    <a:bodyPr/>
                    <a:lstStyle/>
                    <a:p>
                      <a:r>
                        <a:rPr sz="1300"/>
                        <a:t>C · Supply chain</a:t>
                      </a:r>
                    </a:p>
                  </a:txBody>
                  <a:tcPr anchor="ctr" marT="36576" marB="36576"/>
                </a:tc>
                <a:tc>
                  <a:txBody>
                    <a:bodyPr/>
                    <a:lstStyle/>
                    <a:p>
                      <a:r>
                        <a:rPr sz="1300"/>
                        <a:t>Supply chain is a Govern category (GV.SC).</a:t>
                      </a:r>
                    </a:p>
                  </a:txBody>
                  <a:tcPr anchor="ctr" marT="36576" marB="36576"/>
                </a:tc>
              </a:tr>
              <a:tr h="457200">
                <a:tc>
                  <a:txBody>
                    <a:bodyPr/>
                    <a:lstStyle/>
                    <a:p>
                      <a:r>
                        <a:rPr sz="1300"/>
                        <a:t>D · Oversee</a:t>
                      </a:r>
                    </a:p>
                  </a:txBody>
                  <a:tcPr anchor="ctr" marT="36576" marB="36576"/>
                </a:tc>
                <a:tc>
                  <a:txBody>
                    <a:bodyPr/>
                    <a:lstStyle/>
                    <a:p>
                      <a:r>
                        <a:rPr sz="1300"/>
                        <a:t>Oversight is a Govern category (GV.OV).</a:t>
                      </a:r>
                    </a:p>
                  </a:txBody>
                  <a:tcPr anchor="ctr" marT="36576" marB="36576"/>
                </a:tc>
              </a:tr>
            </a:tbl>
          </a:graphicData>
        </a:graphic>
      </p:graphicFrame>
      <p:sp>
        <p:nvSpPr>
          <p:cNvPr id="10" name="TextBox 9"/>
          <p:cNvSpPr txBox="1"/>
          <p:nvPr/>
        </p:nvSpPr>
        <p:spPr>
          <a:xfrm>
            <a:off x="365760" y="6144768"/>
            <a:ext cx="11430000" cy="228600"/>
          </a:xfrm>
          <a:prstGeom prst="rect">
            <a:avLst/>
          </a:prstGeom>
          <a:noFill/>
        </p:spPr>
        <p:txBody>
          <a:bodyPr wrap="square" anchor="t" lIns="0" rIns="0">
            <a:spAutoFit/>
          </a:bodyPr>
          <a:lstStyle/>
          <a:p>
            <a:r>
              <a:rPr b="0" sz="900">
                <a:solidFill>
                  <a:srgbClr val="6B727D"/>
                </a:solidFill>
              </a:rPr>
              <a:t>Week 6 · Module 2 pulse check (Herman’s maturity table)</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0"/>
              <a:t>Question 20</a:t>
            </a:r>
          </a:p>
        </p:txBody>
      </p:sp>
      <p:sp>
        <p:nvSpPr>
          <p:cNvPr id="4" name="Footer Placeholder 4">
            <a:extLst>
              <a:ext uri="{FF2B5EF4-FFF2-40B4-BE49-F238E27FC236}">
                <a16:creationId xmlns:a16="http://schemas.microsoft.com/office/drawing/2014/main" id="{E57B29C1-93EA-1886-CD27-23CE023225D9}"/>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t>CS5292 Week 7 · Midterm practice</a:t>
            </a:r>
          </a:p>
        </p:txBody>
      </p:sp>
      <p:sp>
        <p:nvSpPr>
          <p:cNvPr id="6" name="Slide Number Placeholder 13">
            <a:extLst>
              <a:ext uri="{FF2B5EF4-FFF2-40B4-BE49-F238E27FC236}">
                <a16:creationId xmlns:a16="http://schemas.microsoft.com/office/drawing/2014/main" id="{D15FEAD4-DFB9-ED08-EBEE-A4E5DE31E318}"/>
              </a:ext>
            </a:extLst>
          </p:cNvPr>
          <p:cNvSpPr>
            <a:spLocks noGrp="1"/>
          </p:cNvSpPr>
          <p:nvPr>
            <p:ph type="sldNum" sz="quarter" idx="4"/>
          </p:nvPr>
        </p:nvSpPr>
        <p:spPr>
          <a:xfrm>
            <a:off x="11526043" y="6491859"/>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sp>
        <p:nvSpPr>
          <p:cNvPr id="7" name="TextBox 6"/>
          <p:cNvSpPr txBox="1"/>
          <p:nvPr/>
        </p:nvSpPr>
        <p:spPr>
          <a:xfrm>
            <a:off x="365760" y="1097280"/>
            <a:ext cx="11430000" cy="274320"/>
          </a:xfrm>
          <a:prstGeom prst="rect">
            <a:avLst/>
          </a:prstGeom>
          <a:noFill/>
        </p:spPr>
        <p:txBody>
          <a:bodyPr wrap="square" anchor="t" lIns="0" rIns="0">
            <a:spAutoFit/>
          </a:bodyPr>
          <a:lstStyle/>
          <a:p>
            <a:r>
              <a:rPr b="1" sz="1100">
                <a:solidFill>
                  <a:srgbClr val="FD5108"/>
                </a:solidFill>
              </a:rPr>
              <a:t>WEEK 6 · MODULE 2 PULSE CHECK (TIERS)</a:t>
            </a:r>
          </a:p>
        </p:txBody>
      </p:sp>
      <p:sp>
        <p:nvSpPr>
          <p:cNvPr id="8" name="TextBox 7"/>
          <p:cNvSpPr txBox="1"/>
          <p:nvPr/>
        </p:nvSpPr>
        <p:spPr>
          <a:xfrm>
            <a:off x="365760" y="1417320"/>
            <a:ext cx="11430000" cy="457200"/>
          </a:xfrm>
          <a:prstGeom prst="rect">
            <a:avLst/>
          </a:prstGeom>
          <a:noFill/>
        </p:spPr>
        <p:txBody>
          <a:bodyPr wrap="square" anchor="t" lIns="0" rIns="0">
            <a:spAutoFit/>
          </a:bodyPr>
          <a:lstStyle/>
          <a:p>
            <a:r>
              <a:rPr b="1" sz="2000">
                <a:solidFill>
                  <a:srgbClr val="000000"/>
                </a:solidFill>
              </a:rPr>
              <a:t>Your client is at Tier 2, “Risk Informed”. Should your report recommend that it reach Tier 4?</a:t>
            </a:r>
          </a:p>
        </p:txBody>
      </p:sp>
      <p:sp>
        <p:nvSpPr>
          <p:cNvPr id="9" name="Rectangle 8"/>
          <p:cNvSpPr/>
          <p:nvPr/>
        </p:nvSpPr>
        <p:spPr>
          <a:xfrm>
            <a:off x="365760" y="2057400"/>
            <a:ext cx="11430000" cy="868680"/>
          </a:xfrm>
          <a:prstGeom prst="rect">
            <a:avLst/>
          </a:prstGeom>
          <a:solidFill>
            <a:srgbClr val="EBEB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27432" bIns="27432"/>
          <a:lstStyle/>
          <a:p>
            <a:pPr algn="l"/>
            <a:r>
              <a:rPr b="1" sz="1700">
                <a:solidFill>
                  <a:srgbClr val="FD5108"/>
                </a:solidFill>
              </a:rPr>
              <a:t>A   </a:t>
            </a:r>
            <a:r>
              <a:rPr sz="1600">
                <a:solidFill>
                  <a:srgbClr val="000000"/>
                </a:solidFill>
              </a:rPr>
              <a:t>Yes, always</a:t>
            </a:r>
          </a:p>
        </p:txBody>
      </p:sp>
      <p:sp>
        <p:nvSpPr>
          <p:cNvPr id="10" name="Rectangle 9"/>
          <p:cNvSpPr/>
          <p:nvPr/>
        </p:nvSpPr>
        <p:spPr>
          <a:xfrm>
            <a:off x="365760" y="3035808"/>
            <a:ext cx="11430000" cy="868680"/>
          </a:xfrm>
          <a:prstGeom prst="rect">
            <a:avLst/>
          </a:prstGeom>
          <a:solidFill>
            <a:srgbClr val="EBEB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27432" bIns="27432"/>
          <a:lstStyle/>
          <a:p>
            <a:pPr algn="l"/>
            <a:r>
              <a:rPr b="1" sz="1700">
                <a:solidFill>
                  <a:srgbClr val="FD5108"/>
                </a:solidFill>
              </a:rPr>
              <a:t>B   </a:t>
            </a:r>
            <a:r>
              <a:rPr sz="1600">
                <a:solidFill>
                  <a:srgbClr val="000000"/>
                </a:solidFill>
              </a:rPr>
              <a:t>No</a:t>
            </a:r>
          </a:p>
        </p:txBody>
      </p:sp>
      <p:sp>
        <p:nvSpPr>
          <p:cNvPr id="11" name="Rectangle 10"/>
          <p:cNvSpPr/>
          <p:nvPr/>
        </p:nvSpPr>
        <p:spPr>
          <a:xfrm>
            <a:off x="365760" y="4014215"/>
            <a:ext cx="11430000" cy="868680"/>
          </a:xfrm>
          <a:prstGeom prst="rect">
            <a:avLst/>
          </a:prstGeom>
          <a:solidFill>
            <a:srgbClr val="EBEB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27432" bIns="27432"/>
          <a:lstStyle/>
          <a:p>
            <a:pPr algn="l"/>
            <a:r>
              <a:rPr b="1" sz="1700">
                <a:solidFill>
                  <a:srgbClr val="FD5108"/>
                </a:solidFill>
              </a:rPr>
              <a:t>C   </a:t>
            </a:r>
            <a:r>
              <a:rPr sz="1600">
                <a:solidFill>
                  <a:srgbClr val="000000"/>
                </a:solidFill>
              </a:rPr>
              <a:t>It depends</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0"/>
              <a:t>Answer 20: C</a:t>
            </a:r>
          </a:p>
        </p:txBody>
      </p:sp>
      <p:sp>
        <p:nvSpPr>
          <p:cNvPr id="4" name="Footer Placeholder 4">
            <a:extLst>
              <a:ext uri="{FF2B5EF4-FFF2-40B4-BE49-F238E27FC236}">
                <a16:creationId xmlns:a16="http://schemas.microsoft.com/office/drawing/2014/main" id="{E57B29C1-93EA-1886-CD27-23CE023225D9}"/>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t>CS5292 Week 7 · Midterm practice</a:t>
            </a:r>
          </a:p>
        </p:txBody>
      </p:sp>
      <p:sp>
        <p:nvSpPr>
          <p:cNvPr id="6" name="Slide Number Placeholder 13">
            <a:extLst>
              <a:ext uri="{FF2B5EF4-FFF2-40B4-BE49-F238E27FC236}">
                <a16:creationId xmlns:a16="http://schemas.microsoft.com/office/drawing/2014/main" id="{D15FEAD4-DFB9-ED08-EBEE-A4E5DE31E318}"/>
              </a:ext>
            </a:extLst>
          </p:cNvPr>
          <p:cNvSpPr>
            <a:spLocks noGrp="1"/>
          </p:cNvSpPr>
          <p:nvPr>
            <p:ph type="sldNum" sz="quarter" idx="4"/>
          </p:nvPr>
        </p:nvSpPr>
        <p:spPr>
          <a:xfrm>
            <a:off x="11526043" y="6491859"/>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sp>
        <p:nvSpPr>
          <p:cNvPr id="7" name="Rectangle 6"/>
          <p:cNvSpPr/>
          <p:nvPr/>
        </p:nvSpPr>
        <p:spPr>
          <a:xfrm>
            <a:off x="365760" y="1234440"/>
            <a:ext cx="11430000" cy="685800"/>
          </a:xfrm>
          <a:prstGeom prst="rect">
            <a:avLst/>
          </a:prstGeom>
          <a:solidFill>
            <a:srgbClr val="FFE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r>
              <a:rPr sz="1600" b="1">
                <a:solidFill>
                  <a:srgbClr val="000000"/>
                </a:solidFill>
              </a:rPr>
              <a:t>C   It depends</a:t>
            </a:r>
          </a:p>
        </p:txBody>
      </p:sp>
      <p:sp>
        <p:nvSpPr>
          <p:cNvPr id="8" name="TextBox 7"/>
          <p:cNvSpPr txBox="1"/>
          <p:nvPr/>
        </p:nvSpPr>
        <p:spPr>
          <a:xfrm>
            <a:off x="365760" y="2103120"/>
            <a:ext cx="11430000" cy="731520"/>
          </a:xfrm>
          <a:prstGeom prst="rect">
            <a:avLst/>
          </a:prstGeom>
          <a:noFill/>
        </p:spPr>
        <p:txBody>
          <a:bodyPr wrap="square" anchor="t" lIns="0" rIns="0">
            <a:spAutoFit/>
          </a:bodyPr>
          <a:lstStyle/>
          <a:p>
            <a:r>
              <a:rPr b="1" sz="1600">
                <a:solidFill>
                  <a:srgbClr val="FD5108"/>
                </a:solidFill>
              </a:rPr>
              <a:t>Why: </a:t>
            </a:r>
          </a:p>
          <a:p>
            <a:r>
              <a:rPr b="0" sz="1600">
                <a:solidFill>
                  <a:srgbClr val="000000"/>
                </a:solidFill>
              </a:rPr>
              <a:t>It depends — and NIST says so. Organisations choose the Tiers that fit their objectives and risk; recommend the approved Tier, and tie any move up to a risk or a mandate. A finding needs criteria.</a:t>
            </a:r>
          </a:p>
        </p:txBody>
      </p:sp>
      <p:graphicFrame>
        <p:nvGraphicFramePr>
          <p:cNvPr id="9" name="Table 8"/>
          <p:cNvGraphicFramePr>
            <a:graphicFrameLocks noGrp="1"/>
          </p:cNvGraphicFramePr>
          <p:nvPr/>
        </p:nvGraphicFramePr>
        <p:xfrm>
          <a:off x="365760" y="2971800"/>
          <a:ext cx="11430000" cy="1371600"/>
        </p:xfrm>
        <a:graphic>
          <a:graphicData uri="http://schemas.openxmlformats.org/drawingml/2006/table">
            <a:tbl>
              <a:tblPr firstRow="1">
                <a:tableStyleId>{605943CB-6F42-4776-B506-94E284F2829C}</a:tableStyleId>
              </a:tblPr>
              <a:tblGrid>
                <a:gridCol w="5120640"/>
                <a:gridCol w="6309360"/>
              </a:tblGrid>
              <a:tr h="457200">
                <a:tc>
                  <a:txBody>
                    <a:bodyPr/>
                    <a:lstStyle/>
                    <a:p>
                      <a:r>
                        <a:rPr sz="1300" b="1"/>
                        <a:t>Option</a:t>
                      </a:r>
                    </a:p>
                  </a:txBody>
                  <a:tcPr anchor="ctr" marT="36576" marB="36576"/>
                </a:tc>
                <a:tc>
                  <a:txBody>
                    <a:bodyPr/>
                    <a:lstStyle/>
                    <a:p>
                      <a:r>
                        <a:rPr sz="1300" b="1"/>
                        <a:t>Why not</a:t>
                      </a:r>
                    </a:p>
                  </a:txBody>
                  <a:tcPr anchor="ctr" marT="36576" marB="36576"/>
                </a:tc>
              </a:tr>
              <a:tr h="457200">
                <a:tc>
                  <a:txBody>
                    <a:bodyPr/>
                    <a:lstStyle/>
                    <a:p>
                      <a:r>
                        <a:rPr sz="1300"/>
                        <a:t>A · Yes, always</a:t>
                      </a:r>
                    </a:p>
                  </a:txBody>
                  <a:tcPr anchor="ctr" marT="36576" marB="36576"/>
                </a:tc>
                <a:tc>
                  <a:txBody>
                    <a:bodyPr/>
                    <a:lstStyle/>
                    <a:p>
                      <a:r>
                        <a:rPr sz="1300"/>
                        <a:t>Tier 4 is not a universal target.</a:t>
                      </a:r>
                    </a:p>
                  </a:txBody>
                  <a:tcPr anchor="ctr" marT="36576" marB="36576"/>
                </a:tc>
              </a:tr>
              <a:tr h="457200">
                <a:tc>
                  <a:txBody>
                    <a:bodyPr/>
                    <a:lstStyle/>
                    <a:p>
                      <a:r>
                        <a:rPr sz="1300"/>
                        <a:t>B · No</a:t>
                      </a:r>
                    </a:p>
                  </a:txBody>
                  <a:tcPr anchor="ctr" marT="36576" marB="36576"/>
                </a:tc>
                <a:tc>
                  <a:txBody>
                    <a:bodyPr/>
                    <a:lstStyle/>
                    <a:p>
                      <a:r>
                        <a:rPr sz="1300"/>
                        <a:t>Moving up can be right when risk, mandates or cost-benefit justify it.</a:t>
                      </a:r>
                    </a:p>
                  </a:txBody>
                  <a:tcPr anchor="ctr" marT="36576" marB="36576"/>
                </a:tc>
              </a:tr>
            </a:tbl>
          </a:graphicData>
        </a:graphic>
      </p:graphicFrame>
      <p:sp>
        <p:nvSpPr>
          <p:cNvPr id="10" name="TextBox 9"/>
          <p:cNvSpPr txBox="1"/>
          <p:nvPr/>
        </p:nvSpPr>
        <p:spPr>
          <a:xfrm>
            <a:off x="365760" y="6144768"/>
            <a:ext cx="11430000" cy="228600"/>
          </a:xfrm>
          <a:prstGeom prst="rect">
            <a:avLst/>
          </a:prstGeom>
          <a:noFill/>
        </p:spPr>
        <p:txBody>
          <a:bodyPr wrap="square" anchor="t" lIns="0" rIns="0">
            <a:spAutoFit/>
          </a:bodyPr>
          <a:lstStyle/>
          <a:p>
            <a:r>
              <a:rPr b="0" sz="900">
                <a:solidFill>
                  <a:srgbClr val="6B727D"/>
                </a:solidFill>
              </a:rPr>
              <a:t>Week 6 · Module 2 pulse check (Tiers)</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0"/>
              <a:t>Answer key</a:t>
            </a:r>
          </a:p>
        </p:txBody>
      </p:sp>
      <p:sp>
        <p:nvSpPr>
          <p:cNvPr id="4" name="Footer Placeholder 4">
            <a:extLst>
              <a:ext uri="{FF2B5EF4-FFF2-40B4-BE49-F238E27FC236}">
                <a16:creationId xmlns:a16="http://schemas.microsoft.com/office/drawing/2014/main" id="{E57B29C1-93EA-1886-CD27-23CE023225D9}"/>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t>CS5292 Week 7 · Midterm practice</a:t>
            </a:r>
          </a:p>
        </p:txBody>
      </p:sp>
      <p:sp>
        <p:nvSpPr>
          <p:cNvPr id="6" name="Slide Number Placeholder 13">
            <a:extLst>
              <a:ext uri="{FF2B5EF4-FFF2-40B4-BE49-F238E27FC236}">
                <a16:creationId xmlns:a16="http://schemas.microsoft.com/office/drawing/2014/main" id="{D15FEAD4-DFB9-ED08-EBEE-A4E5DE31E318}"/>
              </a:ext>
            </a:extLst>
          </p:cNvPr>
          <p:cNvSpPr>
            <a:spLocks noGrp="1"/>
          </p:cNvSpPr>
          <p:nvPr>
            <p:ph type="sldNum" sz="quarter" idx="4"/>
          </p:nvPr>
        </p:nvSpPr>
        <p:spPr>
          <a:xfrm>
            <a:off x="11526043" y="6491859"/>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graphicFrame>
        <p:nvGraphicFramePr>
          <p:cNvPr id="7" name="Table 6"/>
          <p:cNvGraphicFramePr>
            <a:graphicFrameLocks noGrp="1"/>
          </p:cNvGraphicFramePr>
          <p:nvPr/>
        </p:nvGraphicFramePr>
        <p:xfrm>
          <a:off x="365760" y="1645920"/>
          <a:ext cx="11430000" cy="2194560"/>
        </p:xfrm>
        <a:graphic>
          <a:graphicData uri="http://schemas.openxmlformats.org/drawingml/2006/table">
            <a:tbl>
              <a:tblPr firstRow="1">
                <a:tableStyleId>{605943CB-6F42-4776-B506-94E284F2829C}</a:tableStyleId>
              </a:tblPr>
              <a:tblGrid>
                <a:gridCol w="1097280"/>
                <a:gridCol w="1033272"/>
                <a:gridCol w="1033272"/>
                <a:gridCol w="1033272"/>
                <a:gridCol w="1033272"/>
                <a:gridCol w="1033272"/>
                <a:gridCol w="1033272"/>
                <a:gridCol w="1033272"/>
                <a:gridCol w="1033272"/>
                <a:gridCol w="1033272"/>
                <a:gridCol w="1033272"/>
              </a:tblGrid>
              <a:tr h="548640">
                <a:tc>
                  <a:txBody>
                    <a:bodyPr/>
                    <a:lstStyle/>
                    <a:p>
                      <a:r>
                        <a:rPr sz="1800" b="1"/>
                        <a:t>Q</a:t>
                      </a:r>
                    </a:p>
                  </a:txBody>
                  <a:tcPr anchor="ctr" marT="36576" marB="36576"/>
                </a:tc>
                <a:tc>
                  <a:txBody>
                    <a:bodyPr/>
                    <a:lstStyle/>
                    <a:p>
                      <a:r>
                        <a:rPr sz="1800" b="1"/>
                        <a:t>1</a:t>
                      </a:r>
                    </a:p>
                  </a:txBody>
                  <a:tcPr anchor="ctr" marT="36576" marB="36576"/>
                </a:tc>
                <a:tc>
                  <a:txBody>
                    <a:bodyPr/>
                    <a:lstStyle/>
                    <a:p>
                      <a:r>
                        <a:rPr sz="1800" b="1"/>
                        <a:t>2</a:t>
                      </a:r>
                    </a:p>
                  </a:txBody>
                  <a:tcPr anchor="ctr" marT="36576" marB="36576"/>
                </a:tc>
                <a:tc>
                  <a:txBody>
                    <a:bodyPr/>
                    <a:lstStyle/>
                    <a:p>
                      <a:r>
                        <a:rPr sz="1800" b="1"/>
                        <a:t>3</a:t>
                      </a:r>
                    </a:p>
                  </a:txBody>
                  <a:tcPr anchor="ctr" marT="36576" marB="36576"/>
                </a:tc>
                <a:tc>
                  <a:txBody>
                    <a:bodyPr/>
                    <a:lstStyle/>
                    <a:p>
                      <a:r>
                        <a:rPr sz="1800" b="1"/>
                        <a:t>4</a:t>
                      </a:r>
                    </a:p>
                  </a:txBody>
                  <a:tcPr anchor="ctr" marT="36576" marB="36576"/>
                </a:tc>
                <a:tc>
                  <a:txBody>
                    <a:bodyPr/>
                    <a:lstStyle/>
                    <a:p>
                      <a:r>
                        <a:rPr sz="1800" b="1"/>
                        <a:t>5</a:t>
                      </a:r>
                    </a:p>
                  </a:txBody>
                  <a:tcPr anchor="ctr" marT="36576" marB="36576"/>
                </a:tc>
                <a:tc>
                  <a:txBody>
                    <a:bodyPr/>
                    <a:lstStyle/>
                    <a:p>
                      <a:r>
                        <a:rPr sz="1800" b="1"/>
                        <a:t>6</a:t>
                      </a:r>
                    </a:p>
                  </a:txBody>
                  <a:tcPr anchor="ctr" marT="36576" marB="36576"/>
                </a:tc>
                <a:tc>
                  <a:txBody>
                    <a:bodyPr/>
                    <a:lstStyle/>
                    <a:p>
                      <a:r>
                        <a:rPr sz="1800" b="1"/>
                        <a:t>7</a:t>
                      </a:r>
                    </a:p>
                  </a:txBody>
                  <a:tcPr anchor="ctr" marT="36576" marB="36576"/>
                </a:tc>
                <a:tc>
                  <a:txBody>
                    <a:bodyPr/>
                    <a:lstStyle/>
                    <a:p>
                      <a:r>
                        <a:rPr sz="1800" b="1"/>
                        <a:t>8</a:t>
                      </a:r>
                    </a:p>
                  </a:txBody>
                  <a:tcPr anchor="ctr" marT="36576" marB="36576"/>
                </a:tc>
                <a:tc>
                  <a:txBody>
                    <a:bodyPr/>
                    <a:lstStyle/>
                    <a:p>
                      <a:r>
                        <a:rPr sz="1800" b="1"/>
                        <a:t>9</a:t>
                      </a:r>
                    </a:p>
                  </a:txBody>
                  <a:tcPr anchor="ctr" marT="36576" marB="36576"/>
                </a:tc>
                <a:tc>
                  <a:txBody>
                    <a:bodyPr/>
                    <a:lstStyle/>
                    <a:p>
                      <a:r>
                        <a:rPr sz="1800" b="1"/>
                        <a:t>10</a:t>
                      </a:r>
                    </a:p>
                  </a:txBody>
                  <a:tcPr anchor="ctr" marT="36576" marB="36576"/>
                </a:tc>
              </a:tr>
              <a:tr h="548640">
                <a:tc>
                  <a:txBody>
                    <a:bodyPr/>
                    <a:lstStyle/>
                    <a:p>
                      <a:r>
                        <a:rPr sz="1800"/>
                        <a:t>Ans</a:t>
                      </a:r>
                    </a:p>
                  </a:txBody>
                  <a:tcPr anchor="ctr" marT="36576" marB="36576"/>
                </a:tc>
                <a:tc>
                  <a:txBody>
                    <a:bodyPr/>
                    <a:lstStyle/>
                    <a:p>
                      <a:r>
                        <a:rPr sz="1800"/>
                        <a:t>B</a:t>
                      </a:r>
                    </a:p>
                  </a:txBody>
                  <a:tcPr anchor="ctr" marT="36576" marB="36576"/>
                </a:tc>
                <a:tc>
                  <a:txBody>
                    <a:bodyPr/>
                    <a:lstStyle/>
                    <a:p>
                      <a:r>
                        <a:rPr sz="1800"/>
                        <a:t>C</a:t>
                      </a:r>
                    </a:p>
                  </a:txBody>
                  <a:tcPr anchor="ctr" marT="36576" marB="36576"/>
                </a:tc>
                <a:tc>
                  <a:txBody>
                    <a:bodyPr/>
                    <a:lstStyle/>
                    <a:p>
                      <a:r>
                        <a:rPr sz="1800"/>
                        <a:t>B</a:t>
                      </a:r>
                    </a:p>
                  </a:txBody>
                  <a:tcPr anchor="ctr" marT="36576" marB="36576"/>
                </a:tc>
                <a:tc>
                  <a:txBody>
                    <a:bodyPr/>
                    <a:lstStyle/>
                    <a:p>
                      <a:r>
                        <a:rPr sz="1800"/>
                        <a:t>B</a:t>
                      </a:r>
                    </a:p>
                  </a:txBody>
                  <a:tcPr anchor="ctr" marT="36576" marB="36576"/>
                </a:tc>
                <a:tc>
                  <a:txBody>
                    <a:bodyPr/>
                    <a:lstStyle/>
                    <a:p>
                      <a:r>
                        <a:rPr sz="1800"/>
                        <a:t>B</a:t>
                      </a:r>
                    </a:p>
                  </a:txBody>
                  <a:tcPr anchor="ctr" marT="36576" marB="36576"/>
                </a:tc>
                <a:tc>
                  <a:txBody>
                    <a:bodyPr/>
                    <a:lstStyle/>
                    <a:p>
                      <a:r>
                        <a:rPr sz="1800"/>
                        <a:t>C</a:t>
                      </a:r>
                    </a:p>
                  </a:txBody>
                  <a:tcPr anchor="ctr" marT="36576" marB="36576"/>
                </a:tc>
                <a:tc>
                  <a:txBody>
                    <a:bodyPr/>
                    <a:lstStyle/>
                    <a:p>
                      <a:r>
                        <a:rPr sz="1800"/>
                        <a:t>B</a:t>
                      </a:r>
                    </a:p>
                  </a:txBody>
                  <a:tcPr anchor="ctr" marT="36576" marB="36576"/>
                </a:tc>
                <a:tc>
                  <a:txBody>
                    <a:bodyPr/>
                    <a:lstStyle/>
                    <a:p>
                      <a:r>
                        <a:rPr sz="1800"/>
                        <a:t>A</a:t>
                      </a:r>
                    </a:p>
                  </a:txBody>
                  <a:tcPr anchor="ctr" marT="36576" marB="36576"/>
                </a:tc>
                <a:tc>
                  <a:txBody>
                    <a:bodyPr/>
                    <a:lstStyle/>
                    <a:p>
                      <a:r>
                        <a:rPr sz="1800"/>
                        <a:t>D</a:t>
                      </a:r>
                    </a:p>
                  </a:txBody>
                  <a:tcPr anchor="ctr" marT="36576" marB="36576"/>
                </a:tc>
                <a:tc>
                  <a:txBody>
                    <a:bodyPr/>
                    <a:lstStyle/>
                    <a:p>
                      <a:r>
                        <a:rPr sz="1800"/>
                        <a:t>A</a:t>
                      </a:r>
                    </a:p>
                  </a:txBody>
                  <a:tcPr anchor="ctr" marT="36576" marB="36576"/>
                </a:tc>
              </a:tr>
              <a:tr h="548640">
                <a:tc>
                  <a:txBody>
                    <a:bodyPr/>
                    <a:lstStyle/>
                    <a:p>
                      <a:r>
                        <a:rPr sz="1800"/>
                        <a:t>Q</a:t>
                      </a:r>
                    </a:p>
                  </a:txBody>
                  <a:tcPr anchor="ctr" marT="36576" marB="36576"/>
                </a:tc>
                <a:tc>
                  <a:txBody>
                    <a:bodyPr/>
                    <a:lstStyle/>
                    <a:p>
                      <a:r>
                        <a:rPr sz="1800"/>
                        <a:t>11</a:t>
                      </a:r>
                    </a:p>
                  </a:txBody>
                  <a:tcPr anchor="ctr" marT="36576" marB="36576"/>
                </a:tc>
                <a:tc>
                  <a:txBody>
                    <a:bodyPr/>
                    <a:lstStyle/>
                    <a:p>
                      <a:r>
                        <a:rPr sz="1800"/>
                        <a:t>12</a:t>
                      </a:r>
                    </a:p>
                  </a:txBody>
                  <a:tcPr anchor="ctr" marT="36576" marB="36576"/>
                </a:tc>
                <a:tc>
                  <a:txBody>
                    <a:bodyPr/>
                    <a:lstStyle/>
                    <a:p>
                      <a:r>
                        <a:rPr sz="1800"/>
                        <a:t>13</a:t>
                      </a:r>
                    </a:p>
                  </a:txBody>
                  <a:tcPr anchor="ctr" marT="36576" marB="36576"/>
                </a:tc>
                <a:tc>
                  <a:txBody>
                    <a:bodyPr/>
                    <a:lstStyle/>
                    <a:p>
                      <a:r>
                        <a:rPr sz="1800"/>
                        <a:t>14</a:t>
                      </a:r>
                    </a:p>
                  </a:txBody>
                  <a:tcPr anchor="ctr" marT="36576" marB="36576"/>
                </a:tc>
                <a:tc>
                  <a:txBody>
                    <a:bodyPr/>
                    <a:lstStyle/>
                    <a:p>
                      <a:r>
                        <a:rPr sz="1800"/>
                        <a:t>15</a:t>
                      </a:r>
                    </a:p>
                  </a:txBody>
                  <a:tcPr anchor="ctr" marT="36576" marB="36576"/>
                </a:tc>
                <a:tc>
                  <a:txBody>
                    <a:bodyPr/>
                    <a:lstStyle/>
                    <a:p>
                      <a:r>
                        <a:rPr sz="1800"/>
                        <a:t>16</a:t>
                      </a:r>
                    </a:p>
                  </a:txBody>
                  <a:tcPr anchor="ctr" marT="36576" marB="36576"/>
                </a:tc>
                <a:tc>
                  <a:txBody>
                    <a:bodyPr/>
                    <a:lstStyle/>
                    <a:p>
                      <a:r>
                        <a:rPr sz="1800"/>
                        <a:t>17</a:t>
                      </a:r>
                    </a:p>
                  </a:txBody>
                  <a:tcPr anchor="ctr" marT="36576" marB="36576"/>
                </a:tc>
                <a:tc>
                  <a:txBody>
                    <a:bodyPr/>
                    <a:lstStyle/>
                    <a:p>
                      <a:r>
                        <a:rPr sz="1800"/>
                        <a:t>18</a:t>
                      </a:r>
                    </a:p>
                  </a:txBody>
                  <a:tcPr anchor="ctr" marT="36576" marB="36576"/>
                </a:tc>
                <a:tc>
                  <a:txBody>
                    <a:bodyPr/>
                    <a:lstStyle/>
                    <a:p>
                      <a:r>
                        <a:rPr sz="1800"/>
                        <a:t>19</a:t>
                      </a:r>
                    </a:p>
                  </a:txBody>
                  <a:tcPr anchor="ctr" marT="36576" marB="36576"/>
                </a:tc>
                <a:tc>
                  <a:txBody>
                    <a:bodyPr/>
                    <a:lstStyle/>
                    <a:p>
                      <a:r>
                        <a:rPr sz="1800"/>
                        <a:t>20</a:t>
                      </a:r>
                    </a:p>
                  </a:txBody>
                  <a:tcPr anchor="ctr" marT="36576" marB="36576"/>
                </a:tc>
              </a:tr>
              <a:tr h="548640">
                <a:tc>
                  <a:txBody>
                    <a:bodyPr/>
                    <a:lstStyle/>
                    <a:p>
                      <a:r>
                        <a:rPr sz="1800"/>
                        <a:t>Ans</a:t>
                      </a:r>
                    </a:p>
                  </a:txBody>
                  <a:tcPr anchor="ctr" marT="36576" marB="36576"/>
                </a:tc>
                <a:tc>
                  <a:txBody>
                    <a:bodyPr/>
                    <a:lstStyle/>
                    <a:p>
                      <a:r>
                        <a:rPr sz="1800"/>
                        <a:t>A</a:t>
                      </a:r>
                    </a:p>
                  </a:txBody>
                  <a:tcPr anchor="ctr" marT="36576" marB="36576"/>
                </a:tc>
                <a:tc>
                  <a:txBody>
                    <a:bodyPr/>
                    <a:lstStyle/>
                    <a:p>
                      <a:r>
                        <a:rPr sz="1800"/>
                        <a:t>D</a:t>
                      </a:r>
                    </a:p>
                  </a:txBody>
                  <a:tcPr anchor="ctr" marT="36576" marB="36576"/>
                </a:tc>
                <a:tc>
                  <a:txBody>
                    <a:bodyPr/>
                    <a:lstStyle/>
                    <a:p>
                      <a:r>
                        <a:rPr sz="1800"/>
                        <a:t>C</a:t>
                      </a:r>
                    </a:p>
                  </a:txBody>
                  <a:tcPr anchor="ctr" marT="36576" marB="36576"/>
                </a:tc>
                <a:tc>
                  <a:txBody>
                    <a:bodyPr/>
                    <a:lstStyle/>
                    <a:p>
                      <a:r>
                        <a:rPr sz="1800"/>
                        <a:t>C</a:t>
                      </a:r>
                    </a:p>
                  </a:txBody>
                  <a:tcPr anchor="ctr" marT="36576" marB="36576"/>
                </a:tc>
                <a:tc>
                  <a:txBody>
                    <a:bodyPr/>
                    <a:lstStyle/>
                    <a:p>
                      <a:r>
                        <a:rPr sz="1800"/>
                        <a:t>C</a:t>
                      </a:r>
                    </a:p>
                  </a:txBody>
                  <a:tcPr anchor="ctr" marT="36576" marB="36576"/>
                </a:tc>
                <a:tc>
                  <a:txBody>
                    <a:bodyPr/>
                    <a:lstStyle/>
                    <a:p>
                      <a:r>
                        <a:rPr sz="1800"/>
                        <a:t>B</a:t>
                      </a:r>
                    </a:p>
                  </a:txBody>
                  <a:tcPr anchor="ctr" marT="36576" marB="36576"/>
                </a:tc>
                <a:tc>
                  <a:txBody>
                    <a:bodyPr/>
                    <a:lstStyle/>
                    <a:p>
                      <a:r>
                        <a:rPr sz="1800"/>
                        <a:t>D</a:t>
                      </a:r>
                    </a:p>
                  </a:txBody>
                  <a:tcPr anchor="ctr" marT="36576" marB="36576"/>
                </a:tc>
                <a:tc>
                  <a:txBody>
                    <a:bodyPr/>
                    <a:lstStyle/>
                    <a:p>
                      <a:r>
                        <a:rPr sz="1800"/>
                        <a:t>B</a:t>
                      </a:r>
                    </a:p>
                  </a:txBody>
                  <a:tcPr anchor="ctr" marT="36576" marB="36576"/>
                </a:tc>
                <a:tc>
                  <a:txBody>
                    <a:bodyPr/>
                    <a:lstStyle/>
                    <a:p>
                      <a:r>
                        <a:rPr sz="1800"/>
                        <a:t>B</a:t>
                      </a:r>
                    </a:p>
                  </a:txBody>
                  <a:tcPr anchor="ctr" marT="36576" marB="36576"/>
                </a:tc>
                <a:tc>
                  <a:txBody>
                    <a:bodyPr/>
                    <a:lstStyle/>
                    <a:p>
                      <a:r>
                        <a:rPr sz="1800"/>
                        <a:t>C</a:t>
                      </a:r>
                    </a:p>
                  </a:txBody>
                  <a:tcPr anchor="ctr" marT="36576" marB="36576"/>
                </a:tc>
              </a:tr>
            </a:tbl>
          </a:graphicData>
        </a:graphic>
      </p:graphicFrame>
      <p:sp>
        <p:nvSpPr>
          <p:cNvPr id="8" name="TextBox 7"/>
          <p:cNvSpPr txBox="1"/>
          <p:nvPr/>
        </p:nvSpPr>
        <p:spPr>
          <a:xfrm>
            <a:off x="365760" y="6144768"/>
            <a:ext cx="11430000" cy="228600"/>
          </a:xfrm>
          <a:prstGeom prst="rect">
            <a:avLst/>
          </a:prstGeom>
          <a:noFill/>
        </p:spPr>
        <p:txBody>
          <a:bodyPr wrap="square" anchor="t" lIns="0" rIns="0">
            <a:spAutoFit/>
          </a:bodyPr>
          <a:lstStyle/>
          <a:p>
            <a:r>
              <a:rPr b="0" sz="900">
                <a:solidFill>
                  <a:srgbClr val="6B727D"/>
                </a:solidFill>
              </a:rPr>
              <a:t>Spread: A×3, B×8, C×6, D×3</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0"/>
              <a:t>Five C-RAF governance principles: write the RFI</a:t>
            </a:r>
          </a:p>
        </p:txBody>
      </p:sp>
      <p:sp>
        <p:nvSpPr>
          <p:cNvPr id="3" name="Text Placeholder 2"/>
          <p:cNvSpPr>
            <a:spLocks noGrp="1"/>
          </p:cNvSpPr>
          <p:nvPr>
            <p:ph type="body" idx="1"/>
          </p:nvPr>
        </p:nvSpPr>
        <p:spPr/>
        <p:txBody>
          <a:bodyPr/>
          <a:lstStyle/>
          <a:p>
            <a:r>
              <a:rPr b="0"/>
              <a:t>2</a:t>
            </a:r>
          </a:p>
        </p:txBody>
      </p:sp>
      <p:sp>
        <p:nvSpPr>
          <p:cNvPr id="6" name="Footer Placeholder 4">
            <a:extLst>
              <a:ext uri="{FF2B5EF4-FFF2-40B4-BE49-F238E27FC236}">
                <a16:creationId xmlns:a16="http://schemas.microsoft.com/office/drawing/2014/main" id="{8A3789D3-8936-6361-B279-04482E5DA052}"/>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t>CS5292 Week 7 · Midterm practice</a:t>
            </a:r>
          </a:p>
        </p:txBody>
      </p:sp>
      <p:sp>
        <p:nvSpPr>
          <p:cNvPr id="7" name="Slide Number Placeholder 13">
            <a:extLst>
              <a:ext uri="{FF2B5EF4-FFF2-40B4-BE49-F238E27FC236}">
                <a16:creationId xmlns:a16="http://schemas.microsoft.com/office/drawing/2014/main" id="{D2CF944E-CA0D-78C4-2738-7FF65A3C61DE}"/>
              </a:ext>
            </a:extLst>
          </p:cNvPr>
          <p:cNvSpPr>
            <a:spLocks noGrp="1"/>
          </p:cNvSpPr>
          <p:nvPr>
            <p:ph type="sldNum" sz="quarter" idx="4"/>
          </p:nvPr>
        </p:nvSpPr>
        <p:spPr>
          <a:xfrm>
            <a:off x="11526043" y="6491859"/>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0"/>
              <a:t>RFI 1: write the request</a:t>
            </a:r>
          </a:p>
        </p:txBody>
      </p:sp>
      <p:sp>
        <p:nvSpPr>
          <p:cNvPr id="4" name="Footer Placeholder 4">
            <a:extLst>
              <a:ext uri="{FF2B5EF4-FFF2-40B4-BE49-F238E27FC236}">
                <a16:creationId xmlns:a16="http://schemas.microsoft.com/office/drawing/2014/main" id="{E57B29C1-93EA-1886-CD27-23CE023225D9}"/>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t>CS5292 Week 7 · Midterm practice</a:t>
            </a:r>
          </a:p>
        </p:txBody>
      </p:sp>
      <p:sp>
        <p:nvSpPr>
          <p:cNvPr id="6" name="Slide Number Placeholder 13">
            <a:extLst>
              <a:ext uri="{FF2B5EF4-FFF2-40B4-BE49-F238E27FC236}">
                <a16:creationId xmlns:a16="http://schemas.microsoft.com/office/drawing/2014/main" id="{D15FEAD4-DFB9-ED08-EBEE-A4E5DE31E318}"/>
              </a:ext>
            </a:extLst>
          </p:cNvPr>
          <p:cNvSpPr>
            <a:spLocks noGrp="1"/>
          </p:cNvSpPr>
          <p:nvPr>
            <p:ph type="sldNum" sz="quarter" idx="4"/>
          </p:nvPr>
        </p:nvSpPr>
        <p:spPr>
          <a:xfrm>
            <a:off x="11526043" y="6491859"/>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sp>
        <p:nvSpPr>
          <p:cNvPr id="7" name="TextBox 6"/>
          <p:cNvSpPr txBox="1"/>
          <p:nvPr/>
        </p:nvSpPr>
        <p:spPr>
          <a:xfrm>
            <a:off x="365760" y="1143000"/>
            <a:ext cx="11430000" cy="274320"/>
          </a:xfrm>
          <a:prstGeom prst="rect">
            <a:avLst/>
          </a:prstGeom>
          <a:noFill/>
        </p:spPr>
        <p:txBody>
          <a:bodyPr wrap="square" anchor="t" lIns="0" rIns="0">
            <a:spAutoFit/>
          </a:bodyPr>
          <a:lstStyle/>
          <a:p>
            <a:r>
              <a:rPr b="1" sz="1100">
                <a:solidFill>
                  <a:srgbClr val="FD5108"/>
                </a:solidFill>
              </a:rPr>
              <a:t>C-RAF 2.0 · 1.1.1 · BOARD AND SENIOR MANAGEMENT OVERSIGHT · BASELINE</a:t>
            </a:r>
          </a:p>
        </p:txBody>
      </p:sp>
      <p:sp>
        <p:nvSpPr>
          <p:cNvPr id="8" name="Rectangle 7"/>
          <p:cNvSpPr/>
          <p:nvPr/>
        </p:nvSpPr>
        <p:spPr>
          <a:xfrm>
            <a:off x="365760" y="1508760"/>
            <a:ext cx="11430000" cy="1234440"/>
          </a:xfrm>
          <a:prstGeom prst="rect">
            <a:avLst/>
          </a:prstGeom>
          <a:solidFill>
            <a:srgbClr val="FFE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700" b="1">
                <a:solidFill>
                  <a:srgbClr val="000000"/>
                </a:solidFill>
              </a:rPr>
              <a:t>“Designated members of management or an appropriate Board Committee are held accountable to the Board for implementing and managing cybersecurity and business continuity programmes.”</a:t>
            </a:r>
          </a:p>
        </p:txBody>
      </p:sp>
      <p:sp>
        <p:nvSpPr>
          <p:cNvPr id="9" name="TextBox 8"/>
          <p:cNvSpPr txBox="1"/>
          <p:nvPr/>
        </p:nvSpPr>
        <p:spPr>
          <a:xfrm>
            <a:off x="365760" y="3017520"/>
            <a:ext cx="11430000" cy="2377440"/>
          </a:xfrm>
          <a:prstGeom prst="rect">
            <a:avLst/>
          </a:prstGeom>
          <a:noFill/>
        </p:spPr>
        <p:txBody>
          <a:bodyPr wrap="square" anchor="t" lIns="0" rIns="0">
            <a:spAutoFit/>
          </a:bodyPr>
          <a:lstStyle/>
          <a:p>
            <a:pPr>
              <a:spcAft>
                <a:spcPts val="600"/>
              </a:spcAft>
            </a:pPr>
            <a:r>
              <a:rPr b="1" sz="1700">
                <a:solidFill>
                  <a:srgbClr val="000000"/>
                </a:solidFill>
              </a:rPr>
              <a:t>Your task — 3 minutes</a:t>
            </a:r>
          </a:p>
          <a:p>
            <a:pPr>
              <a:spcAft>
                <a:spcPts val="600"/>
              </a:spcAft>
            </a:pPr>
            <a:r>
              <a:rPr b="0" sz="1700">
                <a:solidFill>
                  <a:srgbClr val="000000"/>
                </a:solidFill>
              </a:rPr>
              <a:t>Write the RFI: name each document or sample, the period, and the approval you want to see.</a:t>
            </a:r>
          </a:p>
          <a:p>
            <a:pPr>
              <a:spcAft>
                <a:spcPts val="600"/>
              </a:spcAft>
            </a:pPr>
            <a:r>
              <a:rPr b="0" sz="1700">
                <a:solidFill>
                  <a:srgbClr val="000000"/>
                </a:solidFill>
              </a:rPr>
              <a:t>For each request, say which words of the Control Principle it proves.</a:t>
            </a:r>
          </a:p>
          <a:p>
            <a:r>
              <a:rPr b="0" sz="1700">
                <a:solidFill>
                  <a:srgbClr val="000000"/>
                </a:solidFill>
              </a:rPr>
              <a:t>Quote the control; never paraphrase it in an RFI.</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0"/>
              <a:t>Model RFI 1: what we actually asked for</a:t>
            </a:r>
          </a:p>
        </p:txBody>
      </p:sp>
      <p:sp>
        <p:nvSpPr>
          <p:cNvPr id="3" name="Text Placeholder 2"/>
          <p:cNvSpPr>
            <a:spLocks noGrp="1"/>
          </p:cNvSpPr>
          <p:nvPr>
            <p:ph type="body" idx="11" sz="quarter"/>
          </p:nvPr>
        </p:nvSpPr>
        <p:spPr/>
        <p:txBody>
          <a:bodyPr/>
          <a:lstStyle/>
          <a:p>
            <a:r>
              <a:rPr b="1" sz="1400"/>
              <a:t>C-RAF 2.0 · 1.1.1 · Board and senior management oversight · Baseline</a:t>
            </a:r>
          </a:p>
        </p:txBody>
      </p:sp>
      <p:sp>
        <p:nvSpPr>
          <p:cNvPr id="4" name="Content Placeholder 3"/>
          <p:cNvSpPr>
            <a:spLocks noGrp="1"/>
          </p:cNvSpPr>
          <p:nvPr>
            <p:ph idx="12" sz="quarter"/>
          </p:nvPr>
        </p:nvSpPr>
        <p:spPr/>
        <p:txBody>
          <a:bodyPr/>
          <a:lstStyle/>
          <a:p>
            <a:pPr>
              <a:spcAft>
                <a:spcPts val="600"/>
              </a:spcAft>
            </a:pPr>
            <a:r>
              <a:rPr b="1" sz="1400">
                <a:solidFill>
                  <a:srgbClr val="FD5108"/>
                </a:solidFill>
              </a:rPr>
              <a:t>Documents requested (from the C-RAF 2.0 RFI)</a:t>
            </a:r>
          </a:p>
          <a:p>
            <a:pPr>
              <a:spcAft>
                <a:spcPts val="600"/>
              </a:spcAft>
            </a:pPr>
            <a:r>
              <a:rPr b="0" sz="1400"/>
              <a:t>1. List of management functions / committees responsible for cybersecurity and for business continuity (e.g. RMCC, IT steering committee, BCM committee), with member list (name and position) and Terms of Reference.</a:t>
            </a:r>
          </a:p>
          <a:p>
            <a:pPr>
              <a:spcAft>
                <a:spcPts val="600"/>
              </a:spcAft>
            </a:pPr>
            <a:r>
              <a:rPr b="0" sz="1400"/>
              <a:t>2. Board resolution or delegation designating who is accountable for the cybersecurity programme and the business continuity programme.</a:t>
            </a:r>
          </a:p>
          <a:p>
            <a:pPr>
              <a:spcAft>
                <a:spcPts val="600"/>
              </a:spcAft>
            </a:pPr>
            <a:r>
              <a:rPr b="0" sz="1400"/>
              <a:t>3. Business continuity policy and plan showing roles and approval.</a:t>
            </a:r>
          </a:p>
          <a:p>
            <a:pPr>
              <a:spcAft>
                <a:spcPts val="600"/>
              </a:spcAft>
            </a:pPr>
            <a:r>
              <a:rPr b="0" sz="1400"/>
              <a:t>4. Minutes showing these parties reporting back to the Board.</a:t>
            </a:r>
          </a:p>
        </p:txBody>
      </p:sp>
      <p:sp>
        <p:nvSpPr>
          <p:cNvPr id="5" name="Content Placeholder 4"/>
          <p:cNvSpPr>
            <a:spLocks noGrp="1"/>
          </p:cNvSpPr>
          <p:nvPr>
            <p:ph idx="13" sz="quarter"/>
          </p:nvPr>
        </p:nvSpPr>
        <p:spPr/>
        <p:txBody>
          <a:bodyPr/>
          <a:lstStyle/>
          <a:p>
            <a:pPr>
              <a:spcAft>
                <a:spcPts val="600"/>
              </a:spcAft>
            </a:pPr>
            <a:r>
              <a:rPr b="1" sz="1400">
                <a:solidFill>
                  <a:srgbClr val="FD5108"/>
                </a:solidFill>
              </a:rPr>
              <a:t>What good looks like — and what to watch for</a:t>
            </a:r>
          </a:p>
          <a:p>
            <a:pPr>
              <a:spcAft>
                <a:spcPts val="600"/>
              </a:spcAft>
            </a:pPr>
            <a:r>
              <a:rPr b="0" sz="1400"/>
              <a:t>Cybersecurity AND business continuity — both programmes need an accountable owner.</a:t>
            </a:r>
          </a:p>
          <a:p>
            <a:pPr>
              <a:spcAft>
                <a:spcPts val="600"/>
              </a:spcAft>
            </a:pPr>
            <a:r>
              <a:rPr b="0" sz="1400"/>
              <a:t>Is the ToR reviewed as often as it says?</a:t>
            </a:r>
          </a:p>
          <a:p>
            <a:pPr>
              <a:spcAft>
                <a:spcPts val="600"/>
              </a:spcAft>
            </a:pPr>
            <a:r>
              <a:rPr b="0" sz="1400"/>
              <a:t>Does the BCM owner in the policy match the owner in the plan?</a:t>
            </a:r>
          </a:p>
        </p:txBody>
      </p:sp>
      <p:sp>
        <p:nvSpPr>
          <p:cNvPr id="3" name="Footer Placeholder 4">
            <a:extLst>
              <a:ext uri="{FF2B5EF4-FFF2-40B4-BE49-F238E27FC236}">
                <a16:creationId xmlns:a16="http://schemas.microsoft.com/office/drawing/2014/main" id="{FB51044C-932D-8FC3-B3AB-1F32819D3877}"/>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t>CS5292 Week 7 · Midterm practice</a:t>
            </a:r>
          </a:p>
        </p:txBody>
      </p:sp>
      <p:sp>
        <p:nvSpPr>
          <p:cNvPr id="5" name="Slide Number Placeholder 13">
            <a:extLst>
              <a:ext uri="{FF2B5EF4-FFF2-40B4-BE49-F238E27FC236}">
                <a16:creationId xmlns:a16="http://schemas.microsoft.com/office/drawing/2014/main" id="{A24DD9E3-0BCC-FF96-2B5A-1C600C721A91}"/>
              </a:ext>
            </a:extLst>
          </p:cNvPr>
          <p:cNvSpPr>
            <a:spLocks noGrp="1"/>
          </p:cNvSpPr>
          <p:nvPr>
            <p:ph type="sldNum" sz="quarter" idx="4"/>
          </p:nvPr>
        </p:nvSpPr>
        <p:spPr>
          <a:xfrm>
            <a:off x="11526043" y="6491859"/>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sp>
        <p:nvSpPr>
          <p:cNvPr id="6" name="TextBox 5"/>
          <p:cNvSpPr txBox="1"/>
          <p:nvPr/>
        </p:nvSpPr>
        <p:spPr>
          <a:xfrm>
            <a:off x="365760" y="6144768"/>
            <a:ext cx="11430000" cy="228600"/>
          </a:xfrm>
          <a:prstGeom prst="rect">
            <a:avLst/>
          </a:prstGeom>
          <a:noFill/>
        </p:spPr>
        <p:txBody>
          <a:bodyPr wrap="square" anchor="t" lIns="0" rIns="0">
            <a:spAutoFit/>
          </a:bodyPr>
          <a:lstStyle/>
          <a:p>
            <a:r>
              <a:rPr b="0" sz="900">
                <a:solidFill>
                  <a:srgbClr val="6B727D"/>
                </a:solidFill>
              </a:rPr>
              <a:t>Source: C-RAF 2.0 Information Request List (anonymised), as used in Week 5 · HKMA C-RAF 2.0 Appendix B</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0"/>
              <a:t>RFI 2: write the request</a:t>
            </a:r>
          </a:p>
        </p:txBody>
      </p:sp>
      <p:sp>
        <p:nvSpPr>
          <p:cNvPr id="4" name="Footer Placeholder 4">
            <a:extLst>
              <a:ext uri="{FF2B5EF4-FFF2-40B4-BE49-F238E27FC236}">
                <a16:creationId xmlns:a16="http://schemas.microsoft.com/office/drawing/2014/main" id="{E57B29C1-93EA-1886-CD27-23CE023225D9}"/>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t>CS5292 Week 7 · Midterm practice</a:t>
            </a:r>
          </a:p>
        </p:txBody>
      </p:sp>
      <p:sp>
        <p:nvSpPr>
          <p:cNvPr id="6" name="Slide Number Placeholder 13">
            <a:extLst>
              <a:ext uri="{FF2B5EF4-FFF2-40B4-BE49-F238E27FC236}">
                <a16:creationId xmlns:a16="http://schemas.microsoft.com/office/drawing/2014/main" id="{D15FEAD4-DFB9-ED08-EBEE-A4E5DE31E318}"/>
              </a:ext>
            </a:extLst>
          </p:cNvPr>
          <p:cNvSpPr>
            <a:spLocks noGrp="1"/>
          </p:cNvSpPr>
          <p:nvPr>
            <p:ph type="sldNum" sz="quarter" idx="4"/>
          </p:nvPr>
        </p:nvSpPr>
        <p:spPr>
          <a:xfrm>
            <a:off x="11526043" y="6491859"/>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sp>
        <p:nvSpPr>
          <p:cNvPr id="7" name="TextBox 6"/>
          <p:cNvSpPr txBox="1"/>
          <p:nvPr/>
        </p:nvSpPr>
        <p:spPr>
          <a:xfrm>
            <a:off x="365760" y="1143000"/>
            <a:ext cx="11430000" cy="274320"/>
          </a:xfrm>
          <a:prstGeom prst="rect">
            <a:avLst/>
          </a:prstGeom>
          <a:noFill/>
        </p:spPr>
        <p:txBody>
          <a:bodyPr wrap="square" anchor="t" lIns="0" rIns="0">
            <a:spAutoFit/>
          </a:bodyPr>
          <a:lstStyle/>
          <a:p>
            <a:r>
              <a:rPr b="1" sz="1100">
                <a:solidFill>
                  <a:srgbClr val="FD5108"/>
                </a:solidFill>
              </a:rPr>
              <a:t>C-RAF 2.0 · 1.1.3 · REGULAR REPORTING · BASELINE</a:t>
            </a:r>
          </a:p>
        </p:txBody>
      </p:sp>
      <p:sp>
        <p:nvSpPr>
          <p:cNvPr id="8" name="Rectangle 7"/>
          <p:cNvSpPr/>
          <p:nvPr/>
        </p:nvSpPr>
        <p:spPr>
          <a:xfrm>
            <a:off x="365760" y="1508760"/>
            <a:ext cx="11430000" cy="1234440"/>
          </a:xfrm>
          <a:prstGeom prst="rect">
            <a:avLst/>
          </a:prstGeom>
          <a:solidFill>
            <a:srgbClr val="FFE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700" b="1">
                <a:solidFill>
                  <a:srgbClr val="000000"/>
                </a:solidFill>
              </a:rPr>
              <a:t>“Management provides a written report on the overall status of the cybersecurity (including cyber incidents) and business continuity programmes to the Board or an appropriate Board Committee at least annually.”</a:t>
            </a:r>
          </a:p>
        </p:txBody>
      </p:sp>
      <p:sp>
        <p:nvSpPr>
          <p:cNvPr id="9" name="TextBox 8"/>
          <p:cNvSpPr txBox="1"/>
          <p:nvPr/>
        </p:nvSpPr>
        <p:spPr>
          <a:xfrm>
            <a:off x="365760" y="3017520"/>
            <a:ext cx="11430000" cy="2377440"/>
          </a:xfrm>
          <a:prstGeom prst="rect">
            <a:avLst/>
          </a:prstGeom>
          <a:noFill/>
        </p:spPr>
        <p:txBody>
          <a:bodyPr wrap="square" anchor="t" lIns="0" rIns="0">
            <a:spAutoFit/>
          </a:bodyPr>
          <a:lstStyle/>
          <a:p>
            <a:pPr>
              <a:spcAft>
                <a:spcPts val="600"/>
              </a:spcAft>
            </a:pPr>
            <a:r>
              <a:rPr b="1" sz="1700">
                <a:solidFill>
                  <a:srgbClr val="000000"/>
                </a:solidFill>
              </a:rPr>
              <a:t>Your task — 3 minutes</a:t>
            </a:r>
          </a:p>
          <a:p>
            <a:pPr>
              <a:spcAft>
                <a:spcPts val="600"/>
              </a:spcAft>
            </a:pPr>
            <a:r>
              <a:rPr b="0" sz="1700">
                <a:solidFill>
                  <a:srgbClr val="000000"/>
                </a:solidFill>
              </a:rPr>
              <a:t>Write the RFI: name each document or sample, the period, and the approval you want to see.</a:t>
            </a:r>
          </a:p>
          <a:p>
            <a:pPr>
              <a:spcAft>
                <a:spcPts val="600"/>
              </a:spcAft>
            </a:pPr>
            <a:r>
              <a:rPr b="0" sz="1700">
                <a:solidFill>
                  <a:srgbClr val="000000"/>
                </a:solidFill>
              </a:rPr>
              <a:t>For each request, say which words of the Control Principle it proves.</a:t>
            </a:r>
          </a:p>
          <a:p>
            <a:r>
              <a:rPr b="0" sz="1700">
                <a:solidFill>
                  <a:srgbClr val="000000"/>
                </a:solidFill>
              </a:rPr>
              <a:t>Quote the control; never paraphrase it in an RFI.</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0"/>
              <a:t>Model RFI 2: what we actually asked for</a:t>
            </a:r>
          </a:p>
        </p:txBody>
      </p:sp>
      <p:sp>
        <p:nvSpPr>
          <p:cNvPr id="3" name="Text Placeholder 2"/>
          <p:cNvSpPr>
            <a:spLocks noGrp="1"/>
          </p:cNvSpPr>
          <p:nvPr>
            <p:ph type="body" idx="11" sz="quarter"/>
          </p:nvPr>
        </p:nvSpPr>
        <p:spPr/>
        <p:txBody>
          <a:bodyPr/>
          <a:lstStyle/>
          <a:p>
            <a:r>
              <a:rPr b="1" sz="1400"/>
              <a:t>C-RAF 2.0 · 1.1.3 · Regular reporting · Baseline</a:t>
            </a:r>
          </a:p>
        </p:txBody>
      </p:sp>
      <p:sp>
        <p:nvSpPr>
          <p:cNvPr id="4" name="Content Placeholder 3"/>
          <p:cNvSpPr>
            <a:spLocks noGrp="1"/>
          </p:cNvSpPr>
          <p:nvPr>
            <p:ph idx="12" sz="quarter"/>
          </p:nvPr>
        </p:nvSpPr>
        <p:spPr/>
        <p:txBody>
          <a:bodyPr/>
          <a:lstStyle/>
          <a:p>
            <a:pPr>
              <a:spcAft>
                <a:spcPts val="600"/>
              </a:spcAft>
            </a:pPr>
            <a:r>
              <a:rPr b="1" sz="1400">
                <a:solidFill>
                  <a:srgbClr val="FD5108"/>
                </a:solidFill>
              </a:rPr>
              <a:t>Documents requested (from the C-RAF 2.0 RFI)</a:t>
            </a:r>
          </a:p>
          <a:p>
            <a:pPr>
              <a:spcAft>
                <a:spcPts val="600"/>
              </a:spcAft>
            </a:pPr>
            <a:r>
              <a:rPr b="0" sz="1400"/>
              <a:t>1. Reports on the overall status of the cybersecurity and business continuity programmes submitted to the Board or a Board committee in the last 12 months.</a:t>
            </a:r>
          </a:p>
          <a:p>
            <a:pPr>
              <a:spcAft>
                <a:spcPts val="600"/>
              </a:spcAft>
            </a:pPr>
            <a:r>
              <a:rPr b="0" sz="1400"/>
              <a:t>2. The reporting frequency, and the KRIs / metrics used.</a:t>
            </a:r>
          </a:p>
          <a:p>
            <a:pPr>
              <a:spcAft>
                <a:spcPts val="600"/>
              </a:spcAft>
            </a:pPr>
            <a:r>
              <a:rPr b="0" sz="1400"/>
              <a:t>3. Board or committee minutes showing the reports were received and discussed.</a:t>
            </a:r>
          </a:p>
        </p:txBody>
      </p:sp>
      <p:sp>
        <p:nvSpPr>
          <p:cNvPr id="5" name="Content Placeholder 4"/>
          <p:cNvSpPr>
            <a:spLocks noGrp="1"/>
          </p:cNvSpPr>
          <p:nvPr>
            <p:ph idx="13" sz="quarter"/>
          </p:nvPr>
        </p:nvSpPr>
        <p:spPr/>
        <p:txBody>
          <a:bodyPr/>
          <a:lstStyle/>
          <a:p>
            <a:pPr>
              <a:spcAft>
                <a:spcPts val="600"/>
              </a:spcAft>
            </a:pPr>
            <a:r>
              <a:rPr b="1" sz="1400">
                <a:solidFill>
                  <a:srgbClr val="FD5108"/>
                </a:solidFill>
              </a:rPr>
              <a:t>What good looks like — and what to watch for</a:t>
            </a:r>
          </a:p>
          <a:p>
            <a:pPr>
              <a:spcAft>
                <a:spcPts val="600"/>
              </a:spcAft>
            </a:pPr>
            <a:r>
              <a:rPr b="0" sz="1400"/>
              <a:t>Is business continuity status in the report, not just cyber?</a:t>
            </a:r>
          </a:p>
          <a:p>
            <a:pPr>
              <a:spcAft>
                <a:spcPts val="600"/>
              </a:spcAft>
            </a:pPr>
            <a:r>
              <a:rPr b="0" sz="1400"/>
              <a:t>Are the KRIs approved, or still a draft?</a:t>
            </a:r>
          </a:p>
          <a:p>
            <a:pPr>
              <a:spcAft>
                <a:spcPts val="600"/>
              </a:spcAft>
            </a:pPr>
            <a:r>
              <a:rPr b="0" sz="1400"/>
              <a:t>Does the report actually reach the Board?</a:t>
            </a:r>
          </a:p>
        </p:txBody>
      </p:sp>
      <p:sp>
        <p:nvSpPr>
          <p:cNvPr id="3" name="Footer Placeholder 4">
            <a:extLst>
              <a:ext uri="{FF2B5EF4-FFF2-40B4-BE49-F238E27FC236}">
                <a16:creationId xmlns:a16="http://schemas.microsoft.com/office/drawing/2014/main" id="{FB51044C-932D-8FC3-B3AB-1F32819D3877}"/>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t>CS5292 Week 7 · Midterm practice</a:t>
            </a:r>
          </a:p>
        </p:txBody>
      </p:sp>
      <p:sp>
        <p:nvSpPr>
          <p:cNvPr id="5" name="Slide Number Placeholder 13">
            <a:extLst>
              <a:ext uri="{FF2B5EF4-FFF2-40B4-BE49-F238E27FC236}">
                <a16:creationId xmlns:a16="http://schemas.microsoft.com/office/drawing/2014/main" id="{A24DD9E3-0BCC-FF96-2B5A-1C600C721A91}"/>
              </a:ext>
            </a:extLst>
          </p:cNvPr>
          <p:cNvSpPr>
            <a:spLocks noGrp="1"/>
          </p:cNvSpPr>
          <p:nvPr>
            <p:ph type="sldNum" sz="quarter" idx="4"/>
          </p:nvPr>
        </p:nvSpPr>
        <p:spPr>
          <a:xfrm>
            <a:off x="11526043" y="6491859"/>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sp>
        <p:nvSpPr>
          <p:cNvPr id="6" name="TextBox 5"/>
          <p:cNvSpPr txBox="1"/>
          <p:nvPr/>
        </p:nvSpPr>
        <p:spPr>
          <a:xfrm>
            <a:off x="365760" y="6144768"/>
            <a:ext cx="11430000" cy="228600"/>
          </a:xfrm>
          <a:prstGeom prst="rect">
            <a:avLst/>
          </a:prstGeom>
          <a:noFill/>
        </p:spPr>
        <p:txBody>
          <a:bodyPr wrap="square" anchor="t" lIns="0" rIns="0">
            <a:spAutoFit/>
          </a:bodyPr>
          <a:lstStyle/>
          <a:p>
            <a:r>
              <a:rPr b="0" sz="900">
                <a:solidFill>
                  <a:srgbClr val="6B727D"/>
                </a:solidFill>
              </a:rPr>
              <a:t>Source: C-RAF 2.0 Information Request List (anonymised), as used in Week 5 · HKMA C-RAF 2.0 Appendix B</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0"/>
              <a:t>RFI 3: write the request</a:t>
            </a:r>
          </a:p>
        </p:txBody>
      </p:sp>
      <p:sp>
        <p:nvSpPr>
          <p:cNvPr id="4" name="Footer Placeholder 4">
            <a:extLst>
              <a:ext uri="{FF2B5EF4-FFF2-40B4-BE49-F238E27FC236}">
                <a16:creationId xmlns:a16="http://schemas.microsoft.com/office/drawing/2014/main" id="{E57B29C1-93EA-1886-CD27-23CE023225D9}"/>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t>CS5292 Week 7 · Midterm practice</a:t>
            </a:r>
          </a:p>
        </p:txBody>
      </p:sp>
      <p:sp>
        <p:nvSpPr>
          <p:cNvPr id="6" name="Slide Number Placeholder 13">
            <a:extLst>
              <a:ext uri="{FF2B5EF4-FFF2-40B4-BE49-F238E27FC236}">
                <a16:creationId xmlns:a16="http://schemas.microsoft.com/office/drawing/2014/main" id="{D15FEAD4-DFB9-ED08-EBEE-A4E5DE31E318}"/>
              </a:ext>
            </a:extLst>
          </p:cNvPr>
          <p:cNvSpPr>
            <a:spLocks noGrp="1"/>
          </p:cNvSpPr>
          <p:nvPr>
            <p:ph type="sldNum" sz="quarter" idx="4"/>
          </p:nvPr>
        </p:nvSpPr>
        <p:spPr>
          <a:xfrm>
            <a:off x="11526043" y="6491859"/>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sp>
        <p:nvSpPr>
          <p:cNvPr id="7" name="TextBox 6"/>
          <p:cNvSpPr txBox="1"/>
          <p:nvPr/>
        </p:nvSpPr>
        <p:spPr>
          <a:xfrm>
            <a:off x="365760" y="1143000"/>
            <a:ext cx="11430000" cy="274320"/>
          </a:xfrm>
          <a:prstGeom prst="rect">
            <a:avLst/>
          </a:prstGeom>
          <a:noFill/>
        </p:spPr>
        <p:txBody>
          <a:bodyPr wrap="square" anchor="t" lIns="0" rIns="0">
            <a:spAutoFit/>
          </a:bodyPr>
          <a:lstStyle/>
          <a:p>
            <a:r>
              <a:rPr b="1" sz="1100">
                <a:solidFill>
                  <a:srgbClr val="FD5108"/>
                </a:solidFill>
              </a:rPr>
              <a:t>C-RAF 2.0 · 1.2.2 · POLICIES · BASELINE</a:t>
            </a:r>
          </a:p>
        </p:txBody>
      </p:sp>
      <p:sp>
        <p:nvSpPr>
          <p:cNvPr id="8" name="Rectangle 7"/>
          <p:cNvSpPr/>
          <p:nvPr/>
        </p:nvSpPr>
        <p:spPr>
          <a:xfrm>
            <a:off x="365760" y="1508760"/>
            <a:ext cx="11430000" cy="1234440"/>
          </a:xfrm>
          <a:prstGeom prst="rect">
            <a:avLst/>
          </a:prstGeom>
          <a:solidFill>
            <a:srgbClr val="FFE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700" b="1">
                <a:solidFill>
                  <a:srgbClr val="000000"/>
                </a:solidFill>
              </a:rPr>
              <a:t>“Policies commensurate with the AI’s cyber risk and complexity are in place to address the concepts of incident response and resilience.”</a:t>
            </a:r>
          </a:p>
        </p:txBody>
      </p:sp>
      <p:sp>
        <p:nvSpPr>
          <p:cNvPr id="9" name="TextBox 8"/>
          <p:cNvSpPr txBox="1"/>
          <p:nvPr/>
        </p:nvSpPr>
        <p:spPr>
          <a:xfrm>
            <a:off x="365760" y="3017520"/>
            <a:ext cx="11430000" cy="2377440"/>
          </a:xfrm>
          <a:prstGeom prst="rect">
            <a:avLst/>
          </a:prstGeom>
          <a:noFill/>
        </p:spPr>
        <p:txBody>
          <a:bodyPr wrap="square" anchor="t" lIns="0" rIns="0">
            <a:spAutoFit/>
          </a:bodyPr>
          <a:lstStyle/>
          <a:p>
            <a:pPr>
              <a:spcAft>
                <a:spcPts val="600"/>
              </a:spcAft>
            </a:pPr>
            <a:r>
              <a:rPr b="1" sz="1700">
                <a:solidFill>
                  <a:srgbClr val="000000"/>
                </a:solidFill>
              </a:rPr>
              <a:t>Your task — 3 minutes</a:t>
            </a:r>
          </a:p>
          <a:p>
            <a:pPr>
              <a:spcAft>
                <a:spcPts val="600"/>
              </a:spcAft>
            </a:pPr>
            <a:r>
              <a:rPr b="0" sz="1700">
                <a:solidFill>
                  <a:srgbClr val="000000"/>
                </a:solidFill>
              </a:rPr>
              <a:t>Write the RFI: name each document or sample, the period, and the approval you want to see.</a:t>
            </a:r>
          </a:p>
          <a:p>
            <a:pPr>
              <a:spcAft>
                <a:spcPts val="600"/>
              </a:spcAft>
            </a:pPr>
            <a:r>
              <a:rPr b="0" sz="1700">
                <a:solidFill>
                  <a:srgbClr val="000000"/>
                </a:solidFill>
              </a:rPr>
              <a:t>For each request, say which words of the Control Principle it proves.</a:t>
            </a:r>
          </a:p>
          <a:p>
            <a:r>
              <a:rPr b="0" sz="1700">
                <a:solidFill>
                  <a:srgbClr val="000000"/>
                </a:solidFill>
              </a:rPr>
              <a:t>Quote the control; never paraphrase it in an RFI.</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0"/>
              <a:t>Model RFI 3: what we actually asked for</a:t>
            </a:r>
          </a:p>
        </p:txBody>
      </p:sp>
      <p:sp>
        <p:nvSpPr>
          <p:cNvPr id="3" name="Text Placeholder 2"/>
          <p:cNvSpPr>
            <a:spLocks noGrp="1"/>
          </p:cNvSpPr>
          <p:nvPr>
            <p:ph type="body" idx="11" sz="quarter"/>
          </p:nvPr>
        </p:nvSpPr>
        <p:spPr/>
        <p:txBody>
          <a:bodyPr/>
          <a:lstStyle/>
          <a:p>
            <a:r>
              <a:rPr b="1" sz="1400"/>
              <a:t>C-RAF 2.0 · 1.2.2 · Policies · Baseline</a:t>
            </a:r>
          </a:p>
        </p:txBody>
      </p:sp>
      <p:sp>
        <p:nvSpPr>
          <p:cNvPr id="4" name="Content Placeholder 3"/>
          <p:cNvSpPr>
            <a:spLocks noGrp="1"/>
          </p:cNvSpPr>
          <p:nvPr>
            <p:ph idx="12" sz="quarter"/>
          </p:nvPr>
        </p:nvSpPr>
        <p:spPr/>
        <p:txBody>
          <a:bodyPr/>
          <a:lstStyle/>
          <a:p>
            <a:pPr>
              <a:spcAft>
                <a:spcPts val="600"/>
              </a:spcAft>
            </a:pPr>
            <a:r>
              <a:rPr b="1" sz="1400">
                <a:solidFill>
                  <a:srgbClr val="FD5108"/>
                </a:solidFill>
              </a:rPr>
              <a:t>Documents requested (from the C-RAF 2.0 RFI)</a:t>
            </a:r>
          </a:p>
          <a:p>
            <a:pPr>
              <a:spcAft>
                <a:spcPts val="600"/>
              </a:spcAft>
            </a:pPr>
            <a:r>
              <a:rPr b="0" sz="1400"/>
              <a:t>1. Cyber / information security policy; cyber risk management policy.</a:t>
            </a:r>
          </a:p>
          <a:p>
            <a:pPr>
              <a:spcAft>
                <a:spcPts val="600"/>
              </a:spcAft>
            </a:pPr>
            <a:r>
              <a:rPr b="0" sz="1400"/>
              <a:t>2. Cybersecurity incident response plan (and crisis management guideline).</a:t>
            </a:r>
          </a:p>
          <a:p>
            <a:pPr>
              <a:spcAft>
                <a:spcPts val="600"/>
              </a:spcAft>
            </a:pPr>
            <a:r>
              <a:rPr b="0" sz="1400"/>
              <a:t>3. Business continuity management policy, BCP and disaster recovery plan.</a:t>
            </a:r>
          </a:p>
          <a:p>
            <a:pPr>
              <a:spcAft>
                <a:spcPts val="600"/>
              </a:spcAft>
            </a:pPr>
            <a:r>
              <a:rPr b="0" sz="1400"/>
              <a:t>4. For each: the version in force, approval record, and last review date.</a:t>
            </a:r>
          </a:p>
        </p:txBody>
      </p:sp>
      <p:sp>
        <p:nvSpPr>
          <p:cNvPr id="5" name="Content Placeholder 4"/>
          <p:cNvSpPr>
            <a:spLocks noGrp="1"/>
          </p:cNvSpPr>
          <p:nvPr>
            <p:ph idx="13" sz="quarter"/>
          </p:nvPr>
        </p:nvSpPr>
        <p:spPr/>
        <p:txBody>
          <a:bodyPr/>
          <a:lstStyle/>
          <a:p>
            <a:pPr>
              <a:spcAft>
                <a:spcPts val="600"/>
              </a:spcAft>
            </a:pPr>
            <a:r>
              <a:rPr b="1" sz="1400">
                <a:solidFill>
                  <a:srgbClr val="FD5108"/>
                </a:solidFill>
              </a:rPr>
              <a:t>What good looks like — and what to watch for</a:t>
            </a:r>
          </a:p>
          <a:p>
            <a:pPr>
              <a:spcAft>
                <a:spcPts val="600"/>
              </a:spcAft>
            </a:pPr>
            <a:r>
              <a:rPr b="0" sz="1400"/>
              <a:t>Placeholder approval dates and conflicting version numbers.</a:t>
            </a:r>
          </a:p>
          <a:p>
            <a:pPr>
              <a:spcAft>
                <a:spcPts val="600"/>
              </a:spcAft>
            </a:pPr>
            <a:r>
              <a:rPr b="0" sz="1400"/>
              <a:t>A “first draft” is not an approved policy.</a:t>
            </a:r>
          </a:p>
          <a:p>
            <a:pPr>
              <a:spcAft>
                <a:spcPts val="600"/>
              </a:spcAft>
            </a:pPr>
            <a:r>
              <a:rPr b="0" sz="1400"/>
              <a:t>Does the audit tracker contradict the document?</a:t>
            </a:r>
          </a:p>
        </p:txBody>
      </p:sp>
      <p:sp>
        <p:nvSpPr>
          <p:cNvPr id="3" name="Footer Placeholder 4">
            <a:extLst>
              <a:ext uri="{FF2B5EF4-FFF2-40B4-BE49-F238E27FC236}">
                <a16:creationId xmlns:a16="http://schemas.microsoft.com/office/drawing/2014/main" id="{FB51044C-932D-8FC3-B3AB-1F32819D3877}"/>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t>CS5292 Week 7 · Midterm practice</a:t>
            </a:r>
          </a:p>
        </p:txBody>
      </p:sp>
      <p:sp>
        <p:nvSpPr>
          <p:cNvPr id="5" name="Slide Number Placeholder 13">
            <a:extLst>
              <a:ext uri="{FF2B5EF4-FFF2-40B4-BE49-F238E27FC236}">
                <a16:creationId xmlns:a16="http://schemas.microsoft.com/office/drawing/2014/main" id="{A24DD9E3-0BCC-FF96-2B5A-1C600C721A91}"/>
              </a:ext>
            </a:extLst>
          </p:cNvPr>
          <p:cNvSpPr>
            <a:spLocks noGrp="1"/>
          </p:cNvSpPr>
          <p:nvPr>
            <p:ph type="sldNum" sz="quarter" idx="4"/>
          </p:nvPr>
        </p:nvSpPr>
        <p:spPr>
          <a:xfrm>
            <a:off x="11526043" y="6491859"/>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sp>
        <p:nvSpPr>
          <p:cNvPr id="6" name="TextBox 5"/>
          <p:cNvSpPr txBox="1"/>
          <p:nvPr/>
        </p:nvSpPr>
        <p:spPr>
          <a:xfrm>
            <a:off x="365760" y="6144768"/>
            <a:ext cx="11430000" cy="228600"/>
          </a:xfrm>
          <a:prstGeom prst="rect">
            <a:avLst/>
          </a:prstGeom>
          <a:noFill/>
        </p:spPr>
        <p:txBody>
          <a:bodyPr wrap="square" anchor="t" lIns="0" rIns="0">
            <a:spAutoFit/>
          </a:bodyPr>
          <a:lstStyle/>
          <a:p>
            <a:r>
              <a:rPr b="0" sz="900">
                <a:solidFill>
                  <a:srgbClr val="6B727D"/>
                </a:solidFill>
              </a:rPr>
              <a:t>Source: C-RAF 2.0 Information Request List (anonymised), as used in Week 5 · HKMA C-RAF 2.0 Appendix B</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0"/>
              <a:t>RFI 4: write the request</a:t>
            </a:r>
          </a:p>
        </p:txBody>
      </p:sp>
      <p:sp>
        <p:nvSpPr>
          <p:cNvPr id="4" name="Footer Placeholder 4">
            <a:extLst>
              <a:ext uri="{FF2B5EF4-FFF2-40B4-BE49-F238E27FC236}">
                <a16:creationId xmlns:a16="http://schemas.microsoft.com/office/drawing/2014/main" id="{E57B29C1-93EA-1886-CD27-23CE023225D9}"/>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t>CS5292 Week 7 · Midterm practice</a:t>
            </a:r>
          </a:p>
        </p:txBody>
      </p:sp>
      <p:sp>
        <p:nvSpPr>
          <p:cNvPr id="6" name="Slide Number Placeholder 13">
            <a:extLst>
              <a:ext uri="{FF2B5EF4-FFF2-40B4-BE49-F238E27FC236}">
                <a16:creationId xmlns:a16="http://schemas.microsoft.com/office/drawing/2014/main" id="{D15FEAD4-DFB9-ED08-EBEE-A4E5DE31E318}"/>
              </a:ext>
            </a:extLst>
          </p:cNvPr>
          <p:cNvSpPr>
            <a:spLocks noGrp="1"/>
          </p:cNvSpPr>
          <p:nvPr>
            <p:ph type="sldNum" sz="quarter" idx="4"/>
          </p:nvPr>
        </p:nvSpPr>
        <p:spPr>
          <a:xfrm>
            <a:off x="11526043" y="6491859"/>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sp>
        <p:nvSpPr>
          <p:cNvPr id="7" name="TextBox 6"/>
          <p:cNvSpPr txBox="1"/>
          <p:nvPr/>
        </p:nvSpPr>
        <p:spPr>
          <a:xfrm>
            <a:off x="365760" y="1143000"/>
            <a:ext cx="11430000" cy="274320"/>
          </a:xfrm>
          <a:prstGeom prst="rect">
            <a:avLst/>
          </a:prstGeom>
          <a:noFill/>
        </p:spPr>
        <p:txBody>
          <a:bodyPr wrap="square" anchor="t" lIns="0" rIns="0">
            <a:spAutoFit/>
          </a:bodyPr>
          <a:lstStyle/>
          <a:p>
            <a:r>
              <a:rPr b="1" sz="1100">
                <a:solidFill>
                  <a:srgbClr val="FD5108"/>
                </a:solidFill>
              </a:rPr>
              <a:t>C-RAF 2.0 · 1.3.1 · CYBER RISK MANAGEMENT FUNCTION · BASELINE (NEW IN 2.0)</a:t>
            </a:r>
          </a:p>
        </p:txBody>
      </p:sp>
      <p:sp>
        <p:nvSpPr>
          <p:cNvPr id="8" name="Rectangle 7"/>
          <p:cNvSpPr/>
          <p:nvPr/>
        </p:nvSpPr>
        <p:spPr>
          <a:xfrm>
            <a:off x="365760" y="1508760"/>
            <a:ext cx="11430000" cy="1234440"/>
          </a:xfrm>
          <a:prstGeom prst="rect">
            <a:avLst/>
          </a:prstGeom>
          <a:solidFill>
            <a:srgbClr val="FFE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700" b="1">
                <a:solidFill>
                  <a:srgbClr val="000000"/>
                </a:solidFill>
              </a:rPr>
              <a:t>“The institution has appointed cyber security management roles such as a CISO or a Head of TRM to oversee, coordinate and govern the enterprise-wide cybersecurity programme.”</a:t>
            </a:r>
          </a:p>
        </p:txBody>
      </p:sp>
      <p:sp>
        <p:nvSpPr>
          <p:cNvPr id="9" name="TextBox 8"/>
          <p:cNvSpPr txBox="1"/>
          <p:nvPr/>
        </p:nvSpPr>
        <p:spPr>
          <a:xfrm>
            <a:off x="365760" y="3017520"/>
            <a:ext cx="11430000" cy="2377440"/>
          </a:xfrm>
          <a:prstGeom prst="rect">
            <a:avLst/>
          </a:prstGeom>
          <a:noFill/>
        </p:spPr>
        <p:txBody>
          <a:bodyPr wrap="square" anchor="t" lIns="0" rIns="0">
            <a:spAutoFit/>
          </a:bodyPr>
          <a:lstStyle/>
          <a:p>
            <a:pPr>
              <a:spcAft>
                <a:spcPts val="600"/>
              </a:spcAft>
            </a:pPr>
            <a:r>
              <a:rPr b="1" sz="1700">
                <a:solidFill>
                  <a:srgbClr val="000000"/>
                </a:solidFill>
              </a:rPr>
              <a:t>Your task — 3 minutes</a:t>
            </a:r>
          </a:p>
          <a:p>
            <a:pPr>
              <a:spcAft>
                <a:spcPts val="600"/>
              </a:spcAft>
            </a:pPr>
            <a:r>
              <a:rPr b="0" sz="1700">
                <a:solidFill>
                  <a:srgbClr val="000000"/>
                </a:solidFill>
              </a:rPr>
              <a:t>Write the RFI: name each document or sample, the period, and the approval you want to see.</a:t>
            </a:r>
          </a:p>
          <a:p>
            <a:pPr>
              <a:spcAft>
                <a:spcPts val="600"/>
              </a:spcAft>
            </a:pPr>
            <a:r>
              <a:rPr b="0" sz="1700">
                <a:solidFill>
                  <a:srgbClr val="000000"/>
                </a:solidFill>
              </a:rPr>
              <a:t>For each request, say which words of the Control Principle it proves.</a:t>
            </a:r>
          </a:p>
          <a:p>
            <a:r>
              <a:rPr b="0" sz="1700">
                <a:solidFill>
                  <a:srgbClr val="000000"/>
                </a:solidFill>
              </a:rPr>
              <a:t>Quote the control; never paraphrase it in an RFI.</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0"/>
              <a:t>Model RFI 4: what we actually asked for</a:t>
            </a:r>
          </a:p>
        </p:txBody>
      </p:sp>
      <p:sp>
        <p:nvSpPr>
          <p:cNvPr id="3" name="Text Placeholder 2"/>
          <p:cNvSpPr>
            <a:spLocks noGrp="1"/>
          </p:cNvSpPr>
          <p:nvPr>
            <p:ph type="body" idx="11" sz="quarter"/>
          </p:nvPr>
        </p:nvSpPr>
        <p:spPr/>
        <p:txBody>
          <a:bodyPr/>
          <a:lstStyle/>
          <a:p>
            <a:r>
              <a:rPr b="1" sz="1400"/>
              <a:t>C-RAF 2.0 · 1.3.1 · Cyber risk management function · Baseline (new in 2.0)</a:t>
            </a:r>
          </a:p>
        </p:txBody>
      </p:sp>
      <p:sp>
        <p:nvSpPr>
          <p:cNvPr id="4" name="Content Placeholder 3"/>
          <p:cNvSpPr>
            <a:spLocks noGrp="1"/>
          </p:cNvSpPr>
          <p:nvPr>
            <p:ph idx="12" sz="quarter"/>
          </p:nvPr>
        </p:nvSpPr>
        <p:spPr/>
        <p:txBody>
          <a:bodyPr/>
          <a:lstStyle/>
          <a:p>
            <a:pPr>
              <a:spcAft>
                <a:spcPts val="600"/>
              </a:spcAft>
            </a:pPr>
            <a:r>
              <a:rPr b="1" sz="1400">
                <a:solidFill>
                  <a:srgbClr val="FD5108"/>
                </a:solidFill>
              </a:rPr>
              <a:t>Documents requested (from the C-RAF 2.0 RFI)</a:t>
            </a:r>
          </a:p>
          <a:p>
            <a:pPr>
              <a:spcAft>
                <a:spcPts val="600"/>
              </a:spcAft>
            </a:pPr>
            <a:r>
              <a:rPr b="0" sz="1400"/>
              <a:t>1. Organisation charts showing the reporting lines of the CISO and the Head of TRM.</a:t>
            </a:r>
          </a:p>
          <a:p>
            <a:pPr>
              <a:spcAft>
                <a:spcPts val="600"/>
              </a:spcAft>
            </a:pPr>
            <a:r>
              <a:rPr b="0" sz="1400"/>
              <a:t>2. Job descriptions for both roles.</a:t>
            </a:r>
          </a:p>
        </p:txBody>
      </p:sp>
      <p:sp>
        <p:nvSpPr>
          <p:cNvPr id="5" name="Content Placeholder 4"/>
          <p:cNvSpPr>
            <a:spLocks noGrp="1"/>
          </p:cNvSpPr>
          <p:nvPr>
            <p:ph idx="13" sz="quarter"/>
          </p:nvPr>
        </p:nvSpPr>
        <p:spPr/>
        <p:txBody>
          <a:bodyPr/>
          <a:lstStyle/>
          <a:p>
            <a:pPr>
              <a:spcAft>
                <a:spcPts val="600"/>
              </a:spcAft>
            </a:pPr>
            <a:r>
              <a:rPr b="1" sz="1400">
                <a:solidFill>
                  <a:srgbClr val="FD5108"/>
                </a:solidFill>
              </a:rPr>
              <a:t>What good looks like — and what to watch for</a:t>
            </a:r>
          </a:p>
          <a:p>
            <a:pPr>
              <a:spcAft>
                <a:spcPts val="600"/>
              </a:spcAft>
            </a:pPr>
            <a:r>
              <a:rPr b="0" sz="1400"/>
              <a:t>Clear reporting lines to senior management or a governance committee.</a:t>
            </a:r>
          </a:p>
          <a:p>
            <a:pPr>
              <a:spcAft>
                <a:spcPts val="600"/>
              </a:spcAft>
            </a:pPr>
            <a:r>
              <a:rPr b="0" sz="1400"/>
              <a:t>At Intermediate: first line (CISO) and second line (Head of TRM) defined and segregated.</a:t>
            </a:r>
          </a:p>
          <a:p>
            <a:pPr>
              <a:spcAft>
                <a:spcPts val="600"/>
              </a:spcAft>
            </a:pPr>
            <a:r>
              <a:rPr b="0" sz="1400"/>
              <a:t>Same boss, who also runs IT operations? An independence problem.</a:t>
            </a:r>
          </a:p>
        </p:txBody>
      </p:sp>
      <p:sp>
        <p:nvSpPr>
          <p:cNvPr id="3" name="Footer Placeholder 4">
            <a:extLst>
              <a:ext uri="{FF2B5EF4-FFF2-40B4-BE49-F238E27FC236}">
                <a16:creationId xmlns:a16="http://schemas.microsoft.com/office/drawing/2014/main" id="{FB51044C-932D-8FC3-B3AB-1F32819D3877}"/>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t>CS5292 Week 7 · Midterm practice</a:t>
            </a:r>
          </a:p>
        </p:txBody>
      </p:sp>
      <p:sp>
        <p:nvSpPr>
          <p:cNvPr id="5" name="Slide Number Placeholder 13">
            <a:extLst>
              <a:ext uri="{FF2B5EF4-FFF2-40B4-BE49-F238E27FC236}">
                <a16:creationId xmlns:a16="http://schemas.microsoft.com/office/drawing/2014/main" id="{A24DD9E3-0BCC-FF96-2B5A-1C600C721A91}"/>
              </a:ext>
            </a:extLst>
          </p:cNvPr>
          <p:cNvSpPr>
            <a:spLocks noGrp="1"/>
          </p:cNvSpPr>
          <p:nvPr>
            <p:ph type="sldNum" sz="quarter" idx="4"/>
          </p:nvPr>
        </p:nvSpPr>
        <p:spPr>
          <a:xfrm>
            <a:off x="11526043" y="6491859"/>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sp>
        <p:nvSpPr>
          <p:cNvPr id="6" name="TextBox 5"/>
          <p:cNvSpPr txBox="1"/>
          <p:nvPr/>
        </p:nvSpPr>
        <p:spPr>
          <a:xfrm>
            <a:off x="365760" y="6144768"/>
            <a:ext cx="11430000" cy="228600"/>
          </a:xfrm>
          <a:prstGeom prst="rect">
            <a:avLst/>
          </a:prstGeom>
          <a:noFill/>
        </p:spPr>
        <p:txBody>
          <a:bodyPr wrap="square" anchor="t" lIns="0" rIns="0">
            <a:spAutoFit/>
          </a:bodyPr>
          <a:lstStyle/>
          <a:p>
            <a:r>
              <a:rPr b="0" sz="900">
                <a:solidFill>
                  <a:srgbClr val="6B727D"/>
                </a:solidFill>
              </a:rPr>
              <a:t>Source: C-RAF 2.0 Information Request List (anonymised), as used in Week 5 · HKMA C-RAF 2.0 Appendix B</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0"/>
              <a:t>RFI 5: write the request</a:t>
            </a:r>
          </a:p>
        </p:txBody>
      </p:sp>
      <p:sp>
        <p:nvSpPr>
          <p:cNvPr id="4" name="Footer Placeholder 4">
            <a:extLst>
              <a:ext uri="{FF2B5EF4-FFF2-40B4-BE49-F238E27FC236}">
                <a16:creationId xmlns:a16="http://schemas.microsoft.com/office/drawing/2014/main" id="{E57B29C1-93EA-1886-CD27-23CE023225D9}"/>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t>CS5292 Week 7 · Midterm practice</a:t>
            </a:r>
          </a:p>
        </p:txBody>
      </p:sp>
      <p:sp>
        <p:nvSpPr>
          <p:cNvPr id="6" name="Slide Number Placeholder 13">
            <a:extLst>
              <a:ext uri="{FF2B5EF4-FFF2-40B4-BE49-F238E27FC236}">
                <a16:creationId xmlns:a16="http://schemas.microsoft.com/office/drawing/2014/main" id="{D15FEAD4-DFB9-ED08-EBEE-A4E5DE31E318}"/>
              </a:ext>
            </a:extLst>
          </p:cNvPr>
          <p:cNvSpPr>
            <a:spLocks noGrp="1"/>
          </p:cNvSpPr>
          <p:nvPr>
            <p:ph type="sldNum" sz="quarter" idx="4"/>
          </p:nvPr>
        </p:nvSpPr>
        <p:spPr>
          <a:xfrm>
            <a:off x="11526043" y="6491859"/>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sp>
        <p:nvSpPr>
          <p:cNvPr id="7" name="TextBox 6"/>
          <p:cNvSpPr txBox="1"/>
          <p:nvPr/>
        </p:nvSpPr>
        <p:spPr>
          <a:xfrm>
            <a:off x="365760" y="1143000"/>
            <a:ext cx="11430000" cy="274320"/>
          </a:xfrm>
          <a:prstGeom prst="rect">
            <a:avLst/>
          </a:prstGeom>
          <a:noFill/>
        </p:spPr>
        <p:txBody>
          <a:bodyPr wrap="square" anchor="t" lIns="0" rIns="0">
            <a:spAutoFit/>
          </a:bodyPr>
          <a:lstStyle/>
          <a:p>
            <a:r>
              <a:rPr b="1" sz="1100">
                <a:solidFill>
                  <a:srgbClr val="FD5108"/>
                </a:solidFill>
              </a:rPr>
              <a:t>C-RAF 2.0 · 1.4.1 · AUDIT SCOPE · BASELINE (NEW IN 2.0)</a:t>
            </a:r>
          </a:p>
        </p:txBody>
      </p:sp>
      <p:sp>
        <p:nvSpPr>
          <p:cNvPr id="8" name="Rectangle 7"/>
          <p:cNvSpPr/>
          <p:nvPr/>
        </p:nvSpPr>
        <p:spPr>
          <a:xfrm>
            <a:off x="365760" y="1508760"/>
            <a:ext cx="11430000" cy="1234440"/>
          </a:xfrm>
          <a:prstGeom prst="rect">
            <a:avLst/>
          </a:prstGeom>
          <a:solidFill>
            <a:srgbClr val="FFE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700" b="1">
                <a:solidFill>
                  <a:srgbClr val="000000"/>
                </a:solidFill>
              </a:rPr>
              <a:t>“An audit is performed regularly to provide the Board of Directors and Senior Management with an independent and objective opinion of the adequacy and effectiveness of the AI’s cyber risk management, governance, and controls relative to its existing and emerging cyber risks and threats.”</a:t>
            </a:r>
          </a:p>
        </p:txBody>
      </p:sp>
      <p:sp>
        <p:nvSpPr>
          <p:cNvPr id="9" name="TextBox 8"/>
          <p:cNvSpPr txBox="1"/>
          <p:nvPr/>
        </p:nvSpPr>
        <p:spPr>
          <a:xfrm>
            <a:off x="365760" y="3017520"/>
            <a:ext cx="11430000" cy="2377440"/>
          </a:xfrm>
          <a:prstGeom prst="rect">
            <a:avLst/>
          </a:prstGeom>
          <a:noFill/>
        </p:spPr>
        <p:txBody>
          <a:bodyPr wrap="square" anchor="t" lIns="0" rIns="0">
            <a:spAutoFit/>
          </a:bodyPr>
          <a:lstStyle/>
          <a:p>
            <a:pPr>
              <a:spcAft>
                <a:spcPts val="600"/>
              </a:spcAft>
            </a:pPr>
            <a:r>
              <a:rPr b="1" sz="1700">
                <a:solidFill>
                  <a:srgbClr val="000000"/>
                </a:solidFill>
              </a:rPr>
              <a:t>Your task — 3 minutes</a:t>
            </a:r>
          </a:p>
          <a:p>
            <a:pPr>
              <a:spcAft>
                <a:spcPts val="600"/>
              </a:spcAft>
            </a:pPr>
            <a:r>
              <a:rPr b="0" sz="1700">
                <a:solidFill>
                  <a:srgbClr val="000000"/>
                </a:solidFill>
              </a:rPr>
              <a:t>Write the RFI: name each document or sample, the period, and the approval you want to see.</a:t>
            </a:r>
          </a:p>
          <a:p>
            <a:pPr>
              <a:spcAft>
                <a:spcPts val="600"/>
              </a:spcAft>
            </a:pPr>
            <a:r>
              <a:rPr b="0" sz="1700">
                <a:solidFill>
                  <a:srgbClr val="000000"/>
                </a:solidFill>
              </a:rPr>
              <a:t>For each request, say which words of the Control Principle it proves.</a:t>
            </a:r>
          </a:p>
          <a:p>
            <a:r>
              <a:rPr b="0" sz="1700">
                <a:solidFill>
                  <a:srgbClr val="000000"/>
                </a:solidFill>
              </a:rPr>
              <a:t>Quote the control; never paraphrase it in an RFI.</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0"/>
              <a:t>Model RFI 5: what we actually asked for</a:t>
            </a:r>
          </a:p>
        </p:txBody>
      </p:sp>
      <p:sp>
        <p:nvSpPr>
          <p:cNvPr id="3" name="Text Placeholder 2"/>
          <p:cNvSpPr>
            <a:spLocks noGrp="1"/>
          </p:cNvSpPr>
          <p:nvPr>
            <p:ph type="body" idx="11" sz="quarter"/>
          </p:nvPr>
        </p:nvSpPr>
        <p:spPr/>
        <p:txBody>
          <a:bodyPr/>
          <a:lstStyle/>
          <a:p>
            <a:r>
              <a:rPr b="1" sz="1400"/>
              <a:t>C-RAF 2.0 · 1.4.1 · Audit scope · Baseline (new in 2.0)</a:t>
            </a:r>
          </a:p>
        </p:txBody>
      </p:sp>
      <p:sp>
        <p:nvSpPr>
          <p:cNvPr id="4" name="Content Placeholder 3"/>
          <p:cNvSpPr>
            <a:spLocks noGrp="1"/>
          </p:cNvSpPr>
          <p:nvPr>
            <p:ph idx="12" sz="quarter"/>
          </p:nvPr>
        </p:nvSpPr>
        <p:spPr/>
        <p:txBody>
          <a:bodyPr/>
          <a:lstStyle/>
          <a:p>
            <a:pPr>
              <a:spcAft>
                <a:spcPts val="600"/>
              </a:spcAft>
            </a:pPr>
            <a:r>
              <a:rPr b="1" sz="1400">
                <a:solidFill>
                  <a:srgbClr val="FD5108"/>
                </a:solidFill>
              </a:rPr>
              <a:t>Documents requested (from the C-RAF 2.0 RFI)</a:t>
            </a:r>
          </a:p>
          <a:p>
            <a:pPr>
              <a:spcAft>
                <a:spcPts val="600"/>
              </a:spcAft>
            </a:pPr>
            <a:r>
              <a:rPr b="0" sz="1400"/>
              <a:t>1. Latest internal audit report(s) of the past 12 months with a cybersecurity focus, performed by internal or external auditors, with findings and recommendations.</a:t>
            </a:r>
          </a:p>
          <a:p>
            <a:pPr>
              <a:spcAft>
                <a:spcPts val="600"/>
              </a:spcAft>
            </a:pPr>
            <a:r>
              <a:rPr b="0" sz="1400"/>
              <a:t>2. Approved audit plan for the current / upcoming year showing the cyber topics — and how “emerging” risks (e.g. supply-chain compromise) are considered.</a:t>
            </a:r>
          </a:p>
          <a:p>
            <a:pPr>
              <a:spcAft>
                <a:spcPts val="600"/>
              </a:spcAft>
            </a:pPr>
            <a:r>
              <a:rPr b="0" sz="1400"/>
              <a:t>3. Internal Audit charter / policy and Audit Committee Terms of Reference (independence, reporting line).</a:t>
            </a:r>
          </a:p>
          <a:p>
            <a:pPr>
              <a:spcAft>
                <a:spcPts val="600"/>
              </a:spcAft>
            </a:pPr>
            <a:r>
              <a:rPr b="0" sz="1400"/>
              <a:t>4. Audit Committee minutes or IA quarterly reports showing the cyber audit results reached the Committee and the Board, and the issue follow-up log.</a:t>
            </a:r>
          </a:p>
        </p:txBody>
      </p:sp>
      <p:sp>
        <p:nvSpPr>
          <p:cNvPr id="5" name="Content Placeholder 4"/>
          <p:cNvSpPr>
            <a:spLocks noGrp="1"/>
          </p:cNvSpPr>
          <p:nvPr>
            <p:ph idx="13" sz="quarter"/>
          </p:nvPr>
        </p:nvSpPr>
        <p:spPr/>
        <p:txBody>
          <a:bodyPr/>
          <a:lstStyle/>
          <a:p>
            <a:pPr>
              <a:spcAft>
                <a:spcPts val="600"/>
              </a:spcAft>
            </a:pPr>
            <a:r>
              <a:rPr b="1" sz="1400">
                <a:solidFill>
                  <a:srgbClr val="FD5108"/>
                </a:solidFill>
              </a:rPr>
              <a:t>What good looks like — and what to watch for</a:t>
            </a:r>
          </a:p>
          <a:p>
            <a:pPr>
              <a:spcAft>
                <a:spcPts val="600"/>
              </a:spcAft>
            </a:pPr>
            <a:r>
              <a:rPr b="0" sz="1400"/>
              <a:t>“Regularly”: cyber in one year’s plan but not the next?</a:t>
            </a:r>
          </a:p>
          <a:p>
            <a:pPr>
              <a:spcAft>
                <a:spcPts val="600"/>
              </a:spcAft>
            </a:pPr>
            <a:r>
              <a:rPr b="0" sz="1400"/>
              <a:t>“Opinion”: a report that says “no audit opinion”.</a:t>
            </a:r>
          </a:p>
          <a:p>
            <a:pPr>
              <a:spcAft>
                <a:spcPts val="600"/>
              </a:spcAft>
            </a:pPr>
            <a:r>
              <a:rPr b="0" sz="1400"/>
              <a:t>Evidence it reached the Board — or only inferred from the ToR?</a:t>
            </a:r>
          </a:p>
        </p:txBody>
      </p:sp>
      <p:sp>
        <p:nvSpPr>
          <p:cNvPr id="3" name="Footer Placeholder 4">
            <a:extLst>
              <a:ext uri="{FF2B5EF4-FFF2-40B4-BE49-F238E27FC236}">
                <a16:creationId xmlns:a16="http://schemas.microsoft.com/office/drawing/2014/main" id="{FB51044C-932D-8FC3-B3AB-1F32819D3877}"/>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t>CS5292 Week 7 · Midterm practice</a:t>
            </a:r>
          </a:p>
        </p:txBody>
      </p:sp>
      <p:sp>
        <p:nvSpPr>
          <p:cNvPr id="5" name="Slide Number Placeholder 13">
            <a:extLst>
              <a:ext uri="{FF2B5EF4-FFF2-40B4-BE49-F238E27FC236}">
                <a16:creationId xmlns:a16="http://schemas.microsoft.com/office/drawing/2014/main" id="{A24DD9E3-0BCC-FF96-2B5A-1C600C721A91}"/>
              </a:ext>
            </a:extLst>
          </p:cNvPr>
          <p:cNvSpPr>
            <a:spLocks noGrp="1"/>
          </p:cNvSpPr>
          <p:nvPr>
            <p:ph type="sldNum" sz="quarter" idx="4"/>
          </p:nvPr>
        </p:nvSpPr>
        <p:spPr>
          <a:xfrm>
            <a:off x="11526043" y="6491859"/>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dirty="0"/>
          </a:p>
        </p:txBody>
      </p:sp>
      <p:sp>
        <p:nvSpPr>
          <p:cNvPr id="6" name="TextBox 5"/>
          <p:cNvSpPr txBox="1"/>
          <p:nvPr/>
        </p:nvSpPr>
        <p:spPr>
          <a:xfrm>
            <a:off x="365760" y="6144768"/>
            <a:ext cx="11430000" cy="228600"/>
          </a:xfrm>
          <a:prstGeom prst="rect">
            <a:avLst/>
          </a:prstGeom>
          <a:noFill/>
        </p:spPr>
        <p:txBody>
          <a:bodyPr wrap="square" anchor="t" lIns="0" rIns="0">
            <a:spAutoFit/>
          </a:bodyPr>
          <a:lstStyle/>
          <a:p>
            <a:r>
              <a:rPr b="0" sz="900">
                <a:solidFill>
                  <a:srgbClr val="6B727D"/>
                </a:solidFill>
              </a:rPr>
              <a:t>Source: C-RAF 2.0 Information Request List (anonymised), as used in Week 5 · HKMA C-RAF 2.0 Appendix B</a:t>
            </a: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0904C5-AFBA-BE4C-134E-7756D4A172CC}"/>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44A8807A-923C-B6E3-6D26-F2C3CDD2DD70}"/>
              </a:ext>
            </a:extLst>
          </p:cNvPr>
          <p:cNvSpPr>
            <a:spLocks noGrp="1"/>
          </p:cNvSpPr>
          <p:nvPr>
            <p:ph type="ctrTitle"/>
          </p:nvPr>
        </p:nvSpPr>
        <p:spPr/>
        <p:txBody>
          <a:bodyPr/>
          <a:lstStyle/>
          <a:p>
            <a:r>
              <a:rPr lang="en-GB" noProof="0" dirty="0"/>
              <a:t>Thank you</a:t>
            </a:r>
          </a:p>
        </p:txBody>
      </p:sp>
      <p:sp>
        <p:nvSpPr>
          <p:cNvPr id="3" name="Subtitle 2">
            <a:extLst>
              <a:ext uri="{FF2B5EF4-FFF2-40B4-BE49-F238E27FC236}">
                <a16:creationId xmlns:a16="http://schemas.microsoft.com/office/drawing/2014/main" id="{DBDA37F8-FB69-F40D-C722-9FB3FE942EFF}"/>
              </a:ext>
            </a:extLst>
          </p:cNvPr>
          <p:cNvSpPr>
            <a:spLocks noGrp="1"/>
          </p:cNvSpPr>
          <p:nvPr>
            <p:ph type="subTitle" idx="1"/>
          </p:nvPr>
        </p:nvSpPr>
        <p:spPr/>
        <p:txBody>
          <a:bodyPr/>
          <a:lstStyle/>
          <a:p>
            <a:r>
              <a:rPr lang="en-GB" dirty="0">
                <a:latin typeface="+mn-lt"/>
                <a:sym typeface="Arial"/>
              </a:rPr>
              <a:t>© 2026 PwC Hong Kong. All rights reserved. PwC refers to the Hong Kong member firm, and may sometimes refer to the PwC network. Each member firm is a separate legal entity. Please see www.pwc.com/structure for further details.</a:t>
            </a:r>
            <a:r>
              <a:rPr lang="en-GB" dirty="0">
                <a:latin typeface="+mn-lt"/>
              </a:rPr>
              <a:t/>
            </a:r>
            <a:r>
              <a:rPr lang="en-GB" dirty="0">
                <a:latin typeface="+mn-lt"/>
                <a:sym typeface="Arial"/>
              </a:rPr>
              <a:t/>
            </a:r>
            <a:r>
              <a:rPr lang="en-GB" dirty="0">
                <a:latin typeface="+mn-lt"/>
              </a:rPr>
              <a:t/>
            </a:r>
            <a:r>
              <a:rPr lang="en-GB" dirty="0">
                <a:latin typeface="+mn-lt"/>
                <a:sym typeface="Arial"/>
              </a:rPr>
              <a:t/>
            </a:r>
            <a:r>
              <a:rPr lang="en-GB" dirty="0">
                <a:latin typeface="+mn-lt"/>
              </a:rPr>
              <a:t/>
            </a:r>
            <a:r>
              <a:rPr lang="en-GB" dirty="0">
                <a:latin typeface="+mn-lt"/>
                <a:sym typeface="Arial"/>
              </a:rPr>
              <a:t/>
            </a:r>
            <a:r>
              <a:rPr lang="en-GB" dirty="0">
                <a:latin typeface="+mn-lt"/>
              </a:rPr>
              <a:t/>
            </a:r>
            <a:r>
              <a:rPr lang="en-GB" dirty="0">
                <a:latin typeface="+mn-lt"/>
                <a:sym typeface="Arial"/>
              </a:rPr>
              <a:t/>
            </a:r>
            <a:r>
              <a:rPr lang="en-GB" dirty="0">
                <a:latin typeface="+mn-lt"/>
              </a:rPr>
              <a:t/>
            </a:r>
            <a:r>
              <a:rPr lang="en-GB" dirty="0">
                <a:latin typeface="+mn-lt"/>
                <a:sym typeface="Arial"/>
              </a:rPr>
              <a:t/>
            </a:r>
            <a:r>
              <a:rPr lang="en-GB" dirty="0">
                <a:latin typeface="+mn-lt"/>
              </a:rPr>
              <a:t/>
            </a:r>
          </a:p>
        </p:txBody>
      </p:sp>
    </p:spTree>
    <p:extLst>
      <p:ext uri="{BB962C8B-B14F-4D97-AF65-F5344CB8AC3E}">
        <p14:creationId xmlns:p14="http://schemas.microsoft.com/office/powerpoint/2010/main" val="55575978"/>
      </p:ext>
    </p:extLst>
  </p:cSld>
  <p:clrMapOvr>
    <a:masterClrMapping/>
  </p:clrMapOvr>
</p:sld>
</file>

<file path=ppt/theme/theme1.xml><?xml version="1.0" encoding="utf-8"?>
<a:theme xmlns:a="http://schemas.openxmlformats.org/drawingml/2006/main" name="PwC Slide Master">
  <a:themeElements>
    <a:clrScheme name="PwC Office Colours">
      <a:dk1>
        <a:srgbClr val="000000"/>
      </a:dk1>
      <a:lt1>
        <a:srgbClr val="FFFFFF"/>
      </a:lt1>
      <a:dk2>
        <a:srgbClr val="000000"/>
      </a:dk2>
      <a:lt2>
        <a:srgbClr val="EBEBEB"/>
      </a:lt2>
      <a:accent1>
        <a:srgbClr val="FD5108"/>
      </a:accent1>
      <a:accent2>
        <a:srgbClr val="FE7C39"/>
      </a:accent2>
      <a:accent3>
        <a:srgbClr val="FFAA72"/>
      </a:accent3>
      <a:accent4>
        <a:srgbClr val="A1A8B3"/>
      </a:accent4>
      <a:accent5>
        <a:srgbClr val="B5BCC4"/>
      </a:accent5>
      <a:accent6>
        <a:srgbClr val="CBD1D6"/>
      </a:accent6>
      <a:hlink>
        <a:srgbClr val="000000"/>
      </a:hlink>
      <a:folHlink>
        <a:srgbClr val="A1A8B3"/>
      </a:folHlink>
    </a:clrScheme>
    <a:fontScheme name="PwC Office Fonts">
      <a:majorFont>
        <a:latin typeface="Georgia"/>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2"/>
        </a:solidFill>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lnDef>
      <a:spPr>
        <a:ln w="12700">
          <a:solidFill>
            <a:schemeClr val="tx1"/>
          </a:solidFill>
        </a:ln>
      </a:spPr>
      <a:bodyPr/>
      <a:lstStyle/>
      <a:style>
        <a:lnRef idx="2">
          <a:schemeClr val="accent1"/>
        </a:lnRef>
        <a:fillRef idx="0">
          <a:schemeClr val="accent1"/>
        </a:fillRef>
        <a:effectRef idx="1">
          <a:schemeClr val="accent1"/>
        </a:effectRef>
        <a:fontRef idx="minor">
          <a:schemeClr val="tx1"/>
        </a:fontRef>
      </a:style>
    </a:lnDef>
    <a:txDef>
      <a:spPr>
        <a:noFill/>
      </a:spPr>
      <a:bodyPr wrap="square" lIns="0" tIns="0" rIns="0" bIns="0" rtlCol="0">
        <a:noAutofit/>
      </a:bodyPr>
      <a:lstStyle>
        <a:defPPr algn="l">
          <a:defRPr sz="1600" dirty="0" err="1" smtClean="0">
            <a:latin typeface="+mj-lt"/>
          </a:defRPr>
        </a:defPPr>
      </a:lstStyle>
    </a:txDef>
  </a:objectDefaults>
  <a:extraClrSchemeLst/>
  <a:custClrLst>
    <a:custClr name="Orange">
      <a:srgbClr val="FD5108"/>
    </a:custClr>
    <a:custClr name="Medium Orange">
      <a:srgbClr val="FE7C39"/>
    </a:custClr>
    <a:custClr name="Light Orange">
      <a:srgbClr val="FFAA72"/>
    </a:custClr>
    <a:custClr name="Orange Tint 1">
      <a:srgbClr val="FFCDA8"/>
    </a:custClr>
    <a:custClr name="Orange Tint 2">
      <a:srgbClr val="FFE8D4"/>
    </a:custClr>
    <a:custClr name="Orange Tint 3">
      <a:srgbClr val="FFF5ED"/>
    </a:custClr>
    <a:custClr name="Blank">
      <a:srgbClr val="FFFFFF"/>
    </a:custClr>
    <a:custClr name="Blank">
      <a:srgbClr val="FFFFFF"/>
    </a:custClr>
    <a:custClr name="Blank">
      <a:srgbClr val="FFFFFF"/>
    </a:custClr>
    <a:custClr name="Blank">
      <a:srgbClr val="FFFFFF"/>
    </a:custClr>
    <a:custClr name="Grey">
      <a:srgbClr val="A1A8B3"/>
    </a:custClr>
    <a:custClr name="Medium Grey">
      <a:srgbClr val="B5BCC4"/>
    </a:custClr>
    <a:custClr name="Light Grey">
      <a:srgbClr val="CBD1D6"/>
    </a:custClr>
    <a:custClr name="Grey Tint 1">
      <a:srgbClr val="DFE3E6"/>
    </a:custClr>
    <a:custClr name="Grey Tint 2">
      <a:srgbClr val="EEEFF1"/>
    </a:custClr>
    <a:custClr name="Grey Tint 3">
      <a:srgbClr val="F5F7F8"/>
    </a:custClr>
  </a:custClrLst>
  <a:extLst>
    <a:ext uri="{05A4C25C-085E-4340-85A3-A5531E510DB2}">
      <thm15:themeFamily xmlns:thm15="http://schemas.microsoft.com/office/thememl/2012/main" name="PwC_ppt_template" id="{07B8F58A-87A8-A445-BF3B-697172D93401}" vid="{7DB83C05-8538-DA41-B73C-EC86F3DCE35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702454D1-E47C-8143-BD11-D1CE754A9956}">
  <we:reference id="2cb3dfe7-199f-46bf-bb56-17a7fca0f469" version="14.1.0.1" store="EXCatalog" storeType="EXCatalog"/>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c011f47f-2d48-4444-b183-f954f114b012">
      <Terms xmlns="http://schemas.microsoft.com/office/infopath/2007/PartnerControls"/>
    </lcf76f155ced4ddcb4097134ff3c332f>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15CAF0351C4D054082DA0B0C46A5F20B" ma:contentTypeVersion="13" ma:contentTypeDescription="Create a new document." ma:contentTypeScope="" ma:versionID="1f3a09be14d0a1e061465b106db3c77a">
  <xsd:schema xmlns:xsd="http://www.w3.org/2001/XMLSchema" xmlns:xs="http://www.w3.org/2001/XMLSchema" xmlns:p="http://schemas.microsoft.com/office/2006/metadata/properties" xmlns:ns2="c011f47f-2d48-4444-b183-f954f114b012" targetNamespace="http://schemas.microsoft.com/office/2006/metadata/properties" ma:root="true" ma:fieldsID="8903e899b8d40abcde43b3a9b91d14e4" ns2:_="">
    <xsd:import namespace="c011f47f-2d48-4444-b183-f954f114b012"/>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2:MediaServiceOCR" minOccurs="0"/>
                <xsd:element ref="ns2:MediaServiceLocation"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011f47f-2d48-4444-b183-f954f114b01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47bde53e-b0a2-4e98-8550-8a152603f3a2" ma:termSetId="09814cd3-568e-fe90-9814-8d621ff8fb84" ma:anchorId="fba54fb3-c3e1-fe81-a776-ca4b69148c4d" ma:open="true" ma:isKeyword="false">
      <xsd:complexType>
        <xsd:sequence>
          <xsd:element ref="pc:Terms" minOccurs="0" maxOccurs="1"/>
        </xsd:sequence>
      </xsd:complexType>
    </xsd:element>
    <xsd:element name="MediaServiceOCR" ma:index="18" nillable="true" ma:displayName="Extracted Text" ma:internalName="MediaServiceOCR" ma:readOnly="true">
      <xsd:simpleType>
        <xsd:restriction base="dms:Note">
          <xsd:maxLength value="255"/>
        </xsd:restriction>
      </xsd:simpleType>
    </xsd:element>
    <xsd:element name="MediaServiceLocation" ma:index="19" nillable="true" ma:displayName="Location" ma:indexed="true" ma:internalName="MediaServiceLocation" ma:readOnly="true">
      <xsd:simpleType>
        <xsd:restriction base="dms:Text"/>
      </xsd:simpleType>
    </xsd:element>
    <xsd:element name="MediaServiceBillingMetadata" ma:index="20" nillable="true" ma:displayName="MediaServiceBillingMetadata" ma:hidden="true" ma:internalName="MediaServiceBilling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FA758F2C-2961-4F3E-AF6C-A7AAF8C806B2}">
  <ds:schemaRefs>
    <ds:schemaRef ds:uri="http://schemas.microsoft.com/office/2006/metadata/properties"/>
    <ds:schemaRef ds:uri="http://schemas.microsoft.com/office/infopath/2007/PartnerControls"/>
    <ds:schemaRef ds:uri="c011f47f-2d48-4444-b183-f954f114b012"/>
  </ds:schemaRefs>
</ds:datastoreItem>
</file>

<file path=customXml/itemProps2.xml><?xml version="1.0" encoding="utf-8"?>
<ds:datastoreItem xmlns:ds="http://schemas.openxmlformats.org/officeDocument/2006/customXml" ds:itemID="{BC6C4AA5-9EB3-431C-B120-426EF90E762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011f47f-2d48-4444-b183-f954f114b01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0C265105-FE1D-453C-BB54-B143C57411F1}">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1173</TotalTime>
  <Words>9698</Words>
  <Application>Microsoft Office PowerPoint</Application>
  <PresentationFormat>Widescreen</PresentationFormat>
  <Paragraphs>1815</Paragraphs>
  <Slides>103</Slides>
  <Notes>18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103</vt:i4>
      </vt:variant>
    </vt:vector>
  </HeadingPairs>
  <TitlesOfParts>
    <vt:vector size="108" baseType="lpstr">
      <vt:lpstr>Arial</vt:lpstr>
      <vt:lpstr>Georgia</vt:lpstr>
      <vt:lpstr>Symbol</vt:lpstr>
      <vt:lpstr>Wingdings</vt:lpstr>
      <vt:lpstr>PwC Slide Master</vt:lpstr>
      <vt:lpstr>Cover slide    </vt:lpstr>
      <vt:lpstr>Cover slide image</vt:lpstr>
      <vt:lpstr>Title and content text goes here</vt:lpstr>
      <vt:lpstr>Divider title here lorem ipsum</vt:lpstr>
      <vt:lpstr>Divider title here lorem ipsum </vt:lpstr>
      <vt:lpstr>Divider title here lorem ipsum  </vt:lpstr>
      <vt:lpstr>Title for accessibility</vt:lpstr>
      <vt:lpstr>Title for accessibility     </vt:lpstr>
      <vt:lpstr>Title for accessibility           </vt:lpstr>
      <vt:lpstr>Title for accessibility                  </vt:lpstr>
      <vt:lpstr>Title for accessibility                                                </vt:lpstr>
      <vt:lpstr>Title for accessibility                           </vt:lpstr>
      <vt:lpstr>Title for accessibility                                           </vt:lpstr>
      <vt:lpstr>Content with image. Lorem ipsum dolor sit amet, consectetur adipiscing elit, sed diam nonummy nibh.</vt:lpstr>
      <vt:lpstr>Title for accessibility                                       </vt:lpstr>
      <vt:lpstr>Title for accessibility  </vt:lpstr>
      <vt:lpstr>Agenda</vt:lpstr>
      <vt:lpstr>Agenda </vt:lpstr>
      <vt:lpstr>Agenda  </vt:lpstr>
      <vt:lpstr>Agenda   </vt:lpstr>
      <vt:lpstr>Title for accessibility                                                   </vt:lpstr>
      <vt:lpstr>Content with image. Lorem ipsum dolor sit amet, consectetur adipiscing elit, sed diam nonummy nibh. </vt:lpstr>
      <vt:lpstr>Content with image</vt:lpstr>
      <vt:lpstr>Content  with image</vt:lpstr>
      <vt:lpstr>One content</vt:lpstr>
      <vt:lpstr>One content</vt:lpstr>
      <vt:lpstr>Two content</vt:lpstr>
      <vt:lpstr>Two content</vt:lpstr>
      <vt:lpstr>Two columns with images, lorem ipsum dolor sit amet, consectetur adipiscing elit sed diam</vt:lpstr>
      <vt:lpstr>Two columns with images, lorem ipsum dolor sit amet, consectetur adipiscing elit sed diam </vt:lpstr>
      <vt:lpstr>Two columns with images</vt:lpstr>
      <vt:lpstr>Three content</vt:lpstr>
      <vt:lpstr>Three content</vt:lpstr>
      <vt:lpstr>Three content </vt:lpstr>
      <vt:lpstr>Three content two small images</vt:lpstr>
      <vt:lpstr>Lorem ipsum dolor sit amet</vt:lpstr>
      <vt:lpstr>Three columns with images</vt:lpstr>
      <vt:lpstr>Three columns with images, lorem ipsum dolor sit amet, consect adipiscing elit </vt:lpstr>
      <vt:lpstr>Four content</vt:lpstr>
      <vt:lpstr>Four content</vt:lpstr>
      <vt:lpstr>Four content with images</vt:lpstr>
      <vt:lpstr>Four content with image</vt:lpstr>
      <vt:lpstr>Six content</vt:lpstr>
      <vt:lpstr>Six content</vt:lpstr>
      <vt:lpstr>Six content with numbers</vt:lpstr>
      <vt:lpstr>Six content, numbers, heavy text</vt:lpstr>
      <vt:lpstr>Pictograms</vt:lpstr>
      <vt:lpstr>Pictograms </vt:lpstr>
      <vt:lpstr>Pictograms    </vt:lpstr>
      <vt:lpstr>Pictograms       </vt:lpstr>
      <vt:lpstr>Text and large stat</vt:lpstr>
      <vt:lpstr>Four content infographic</vt:lpstr>
      <vt:lpstr>Three content infographic</vt:lpstr>
      <vt:lpstr>Data and two content</vt:lpstr>
      <vt:lpstr>Data and four stats</vt:lpstr>
      <vt:lpstr>Text and large stat  lorem ipsum dolor sit amet, consectetuer adipiscing elit </vt:lpstr>
      <vt:lpstr>Text and large stat lorem ipsum dolor sit amet, consectetuer adipiscing elit </vt:lpstr>
      <vt:lpstr>Chart and two content</vt:lpstr>
      <vt:lpstr>One column chart </vt:lpstr>
      <vt:lpstr>Three images three content</vt:lpstr>
      <vt:lpstr>Table slide sample</vt:lpstr>
      <vt:lpstr>Table slide sample </vt:lpstr>
      <vt:lpstr>Table slide sample   </vt:lpstr>
      <vt:lpstr>Table slide sample    </vt:lpstr>
      <vt:lpstr>Four team images</vt:lpstr>
      <vt:lpstr>Four team images stacked</vt:lpstr>
      <vt:lpstr>Icons</vt:lpstr>
      <vt:lpstr>Icon library</vt:lpstr>
      <vt:lpstr>Icon library</vt:lpstr>
      <vt:lpstr>Icon library</vt:lpstr>
      <vt:lpstr>Icon library</vt:lpstr>
      <vt:lpstr>Pictograms</vt:lpstr>
      <vt:lpstr>Pictogram library</vt:lpstr>
      <vt:lpstr>Pictogram library</vt:lpstr>
      <vt:lpstr>Pictogram library</vt:lpstr>
      <vt:lpstr>Pictogram library </vt:lpstr>
      <vt:lpstr>Pictogram library </vt:lpstr>
      <vt:lpstr>Pictogram library </vt:lpstr>
      <vt:lpstr>Pictogram library </vt:lpstr>
      <vt:lpstr>Pictogram library </vt:lpstr>
      <vt:lpstr>Pictogram library </vt:lpstr>
      <vt:lpstr>Pictogram library </vt:lpstr>
      <vt:lpstr>Thank you</vt:lpstr>
      <vt:lpstr>Thank you</vt:lpstr>
      <vt:lpstr>Conclusion 1</vt:lpstr>
      <vt:lpstr>Conclusion 2</vt:lpstr>
      <vt:lpstr>Conclusion 3</vt:lpstr>
      <vt:lpstr>Conclusion Photo 1</vt:lpstr>
      <vt:lpstr>Training</vt:lpstr>
      <vt:lpstr>Colour palette</vt:lpstr>
      <vt:lpstr>12 x 12 grid</vt:lpstr>
      <vt:lpstr>How to create a chart template</vt:lpstr>
      <vt:lpstr>How to create charts  from a chart template</vt:lpstr>
      <vt:lpstr>Four brand table styles programmed in templates</vt:lpstr>
      <vt:lpstr>Table design style options  allow custom formats</vt:lpstr>
      <vt:lpstr>Four brand table styles  programmed in templates </vt:lpstr>
      <vt:lpstr>Brand table 1</vt:lpstr>
      <vt:lpstr>Brand table 2</vt:lpstr>
      <vt:lpstr>Brand table 3 </vt:lpstr>
      <vt:lpstr>Brand table 4</vt:lpstr>
      <vt:lpstr>Dashboard table sample slide</vt:lpstr>
      <vt:lpstr>Accessibility check</vt:lpstr>
      <vt:lpstr>PowerPoint keyboard shortcuts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Cover slide    </dc:title>
  <dc:creator>Christy Jewett (US)</dc:creator>
  <cp:lastModifiedBy>cloudconvert_13</cp:lastModifiedBy>
  <cp:revision>12</cp:revision>
  <dcterms:created xsi:type="dcterms:W3CDTF">2026-04-23T15:02:25Z</dcterms:created>
  <dcterms:modified xsi:type="dcterms:W3CDTF">2026-10-06T05:38:08Z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0x01010015CAF0351C4D054082DA0B0C46A5F20B</vt:lpwstr>
  </property>
</Properties>
</file>